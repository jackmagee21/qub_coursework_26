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Lavery" userId="a56c67d643212b8b" providerId="LiveId" clId="{8BDF31DE-3580-4AE4-AB30-0C308EA811F0}"/>
    <pc:docChg chg="custSel addSld delSld modSld">
      <pc:chgData name="Nathan Lavery" userId="a56c67d643212b8b" providerId="LiveId" clId="{8BDF31DE-3580-4AE4-AB30-0C308EA811F0}" dt="2026-04-23T21:40:13.018" v="719" actId="20577"/>
      <pc:docMkLst>
        <pc:docMk/>
      </pc:docMkLst>
      <pc:sldChg chg="modSp mod">
        <pc:chgData name="Nathan Lavery" userId="a56c67d643212b8b" providerId="LiveId" clId="{8BDF31DE-3580-4AE4-AB30-0C308EA811F0}" dt="2026-04-23T21:38:05.165" v="555" actId="20577"/>
        <pc:sldMkLst>
          <pc:docMk/>
          <pc:sldMk cId="852137116" sldId="256"/>
        </pc:sldMkLst>
        <pc:spChg chg="mod">
          <ac:chgData name="Nathan Lavery" userId="a56c67d643212b8b" providerId="LiveId" clId="{8BDF31DE-3580-4AE4-AB30-0C308EA811F0}" dt="2026-04-23T21:38:05.165" v="555" actId="20577"/>
          <ac:spMkLst>
            <pc:docMk/>
            <pc:sldMk cId="852137116" sldId="256"/>
            <ac:spMk id="2" creationId="{B2A3C101-3EE7-D7A4-5712-9252EF87909B}"/>
          </ac:spMkLst>
        </pc:spChg>
      </pc:sldChg>
      <pc:sldChg chg="addSp modSp mod">
        <pc:chgData name="Nathan Lavery" userId="a56c67d643212b8b" providerId="LiveId" clId="{8BDF31DE-3580-4AE4-AB30-0C308EA811F0}" dt="2026-04-23T21:40:13.018" v="719" actId="20577"/>
        <pc:sldMkLst>
          <pc:docMk/>
          <pc:sldMk cId="1024735512" sldId="260"/>
        </pc:sldMkLst>
        <pc:spChg chg="mod">
          <ac:chgData name="Nathan Lavery" userId="a56c67d643212b8b" providerId="LiveId" clId="{8BDF31DE-3580-4AE4-AB30-0C308EA811F0}" dt="2026-04-23T21:20:24.552" v="28" actId="20577"/>
          <ac:spMkLst>
            <pc:docMk/>
            <pc:sldMk cId="1024735512" sldId="260"/>
            <ac:spMk id="2" creationId="{9325AFE0-A3C5-2C5C-4193-3A4F9BE78426}"/>
          </ac:spMkLst>
        </pc:spChg>
        <pc:spChg chg="add mod">
          <ac:chgData name="Nathan Lavery" userId="a56c67d643212b8b" providerId="LiveId" clId="{8BDF31DE-3580-4AE4-AB30-0C308EA811F0}" dt="2026-04-23T21:40:13.018" v="719" actId="20577"/>
          <ac:spMkLst>
            <pc:docMk/>
            <pc:sldMk cId="1024735512" sldId="260"/>
            <ac:spMk id="21" creationId="{12439EB1-2E89-5680-A565-E021303A79C0}"/>
          </ac:spMkLst>
        </pc:spChg>
        <pc:picChg chg="mod">
          <ac:chgData name="Nathan Lavery" userId="a56c67d643212b8b" providerId="LiveId" clId="{8BDF31DE-3580-4AE4-AB30-0C308EA811F0}" dt="2026-04-23T21:20:28.948" v="29" actId="1076"/>
          <ac:picMkLst>
            <pc:docMk/>
            <pc:sldMk cId="1024735512" sldId="260"/>
            <ac:picMk id="16" creationId="{AB68518A-8A20-B151-9DB3-737EF5B56A35}"/>
          </ac:picMkLst>
        </pc:picChg>
        <pc:picChg chg="add mod">
          <ac:chgData name="Nathan Lavery" userId="a56c67d643212b8b" providerId="LiveId" clId="{8BDF31DE-3580-4AE4-AB30-0C308EA811F0}" dt="2026-04-23T21:23:03.437" v="32" actId="1076"/>
          <ac:picMkLst>
            <pc:docMk/>
            <pc:sldMk cId="1024735512" sldId="260"/>
            <ac:picMk id="20" creationId="{A45A3B29-9F8D-3E97-162E-CF769F67E33F}"/>
          </ac:picMkLst>
        </pc:picChg>
      </pc:sldChg>
      <pc:sldChg chg="addSp delSp modSp new mod">
        <pc:chgData name="Nathan Lavery" userId="a56c67d643212b8b" providerId="LiveId" clId="{8BDF31DE-3580-4AE4-AB30-0C308EA811F0}" dt="2026-04-23T21:28:57.990" v="236" actId="20577"/>
        <pc:sldMkLst>
          <pc:docMk/>
          <pc:sldMk cId="1143999701" sldId="261"/>
        </pc:sldMkLst>
        <pc:spChg chg="mod">
          <ac:chgData name="Nathan Lavery" userId="a56c67d643212b8b" providerId="LiveId" clId="{8BDF31DE-3580-4AE4-AB30-0C308EA811F0}" dt="2026-04-23T21:26:01.863" v="128" actId="20577"/>
          <ac:spMkLst>
            <pc:docMk/>
            <pc:sldMk cId="1143999701" sldId="261"/>
            <ac:spMk id="2" creationId="{DC8AB56B-FF18-C5C1-088A-20F6FC0835C2}"/>
          </ac:spMkLst>
        </pc:spChg>
        <pc:spChg chg="del mod">
          <ac:chgData name="Nathan Lavery" userId="a56c67d643212b8b" providerId="LiveId" clId="{8BDF31DE-3580-4AE4-AB30-0C308EA811F0}" dt="2026-04-23T21:26:09.242" v="129" actId="21"/>
          <ac:spMkLst>
            <pc:docMk/>
            <pc:sldMk cId="1143999701" sldId="261"/>
            <ac:spMk id="3" creationId="{F4ADDF63-3112-6E11-3CD7-B2F9FF6B4FC7}"/>
          </ac:spMkLst>
        </pc:spChg>
        <pc:spChg chg="del">
          <ac:chgData name="Nathan Lavery" userId="a56c67d643212b8b" providerId="LiveId" clId="{8BDF31DE-3580-4AE4-AB30-0C308EA811F0}" dt="2026-04-23T21:26:17.041" v="131" actId="21"/>
          <ac:spMkLst>
            <pc:docMk/>
            <pc:sldMk cId="1143999701" sldId="261"/>
            <ac:spMk id="4" creationId="{DB5D1E19-F8BF-60C1-8163-F6EBA6B4EE3F}"/>
          </ac:spMkLst>
        </pc:spChg>
        <pc:spChg chg="del">
          <ac:chgData name="Nathan Lavery" userId="a56c67d643212b8b" providerId="LiveId" clId="{8BDF31DE-3580-4AE4-AB30-0C308EA811F0}" dt="2026-04-23T21:26:12.217" v="130" actId="21"/>
          <ac:spMkLst>
            <pc:docMk/>
            <pc:sldMk cId="1143999701" sldId="261"/>
            <ac:spMk id="5" creationId="{6984FEF9-5104-2E45-E081-C8488F544B17}"/>
          </ac:spMkLst>
        </pc:spChg>
        <pc:spChg chg="mod">
          <ac:chgData name="Nathan Lavery" userId="a56c67d643212b8b" providerId="LiveId" clId="{8BDF31DE-3580-4AE4-AB30-0C308EA811F0}" dt="2026-04-23T21:28:57.990" v="236" actId="20577"/>
          <ac:spMkLst>
            <pc:docMk/>
            <pc:sldMk cId="1143999701" sldId="261"/>
            <ac:spMk id="6" creationId="{D6D320A2-1DA6-BDA5-A926-EA893217F5D5}"/>
          </ac:spMkLst>
        </pc:spChg>
        <pc:picChg chg="add mod">
          <ac:chgData name="Nathan Lavery" userId="a56c67d643212b8b" providerId="LiveId" clId="{8BDF31DE-3580-4AE4-AB30-0C308EA811F0}" dt="2026-04-23T21:26:59.600" v="138" actId="1076"/>
          <ac:picMkLst>
            <pc:docMk/>
            <pc:sldMk cId="1143999701" sldId="261"/>
            <ac:picMk id="8" creationId="{BDC19AC2-56B9-279B-6AFC-7FCAB4834882}"/>
          </ac:picMkLst>
        </pc:picChg>
        <pc:picChg chg="add mod">
          <ac:chgData name="Nathan Lavery" userId="a56c67d643212b8b" providerId="LiveId" clId="{8BDF31DE-3580-4AE4-AB30-0C308EA811F0}" dt="2026-04-23T21:28:44.797" v="234" actId="1076"/>
          <ac:picMkLst>
            <pc:docMk/>
            <pc:sldMk cId="1143999701" sldId="261"/>
            <ac:picMk id="10" creationId="{14246583-DD3A-8BE3-61C6-699FF34184CA}"/>
          </ac:picMkLst>
        </pc:picChg>
      </pc:sldChg>
      <pc:sldChg chg="delSp modSp new del mod">
        <pc:chgData name="Nathan Lavery" userId="a56c67d643212b8b" providerId="LiveId" clId="{8BDF31DE-3580-4AE4-AB30-0C308EA811F0}" dt="2026-04-23T21:20:15.289" v="16" actId="2696"/>
        <pc:sldMkLst>
          <pc:docMk/>
          <pc:sldMk cId="3096894517" sldId="261"/>
        </pc:sldMkLst>
        <pc:spChg chg="mod">
          <ac:chgData name="Nathan Lavery" userId="a56c67d643212b8b" providerId="LiveId" clId="{8BDF31DE-3580-4AE4-AB30-0C308EA811F0}" dt="2026-04-23T21:19:48.615" v="13" actId="20577"/>
          <ac:spMkLst>
            <pc:docMk/>
            <pc:sldMk cId="3096894517" sldId="261"/>
            <ac:spMk id="2" creationId="{B410F422-9AD1-34AB-F9C2-AE6CB4652981}"/>
          </ac:spMkLst>
        </pc:spChg>
        <pc:spChg chg="del">
          <ac:chgData name="Nathan Lavery" userId="a56c67d643212b8b" providerId="LiveId" clId="{8BDF31DE-3580-4AE4-AB30-0C308EA811F0}" dt="2026-04-23T21:19:53.347" v="14" actId="21"/>
          <ac:spMkLst>
            <pc:docMk/>
            <pc:sldMk cId="3096894517" sldId="261"/>
            <ac:spMk id="3" creationId="{EFC15529-F1C0-2A14-DCD3-4A686D64DC39}"/>
          </ac:spMkLst>
        </pc:spChg>
        <pc:spChg chg="del">
          <ac:chgData name="Nathan Lavery" userId="a56c67d643212b8b" providerId="LiveId" clId="{8BDF31DE-3580-4AE4-AB30-0C308EA811F0}" dt="2026-04-23T21:19:57.842" v="15" actId="21"/>
          <ac:spMkLst>
            <pc:docMk/>
            <pc:sldMk cId="3096894517" sldId="261"/>
            <ac:spMk id="5" creationId="{78E05F4E-4547-6D5A-B8CE-6CD7E38E5203}"/>
          </ac:spMkLst>
        </pc:spChg>
      </pc:sldChg>
      <pc:sldChg chg="addSp delSp modSp new mod">
        <pc:chgData name="Nathan Lavery" userId="a56c67d643212b8b" providerId="LiveId" clId="{8BDF31DE-3580-4AE4-AB30-0C308EA811F0}" dt="2026-04-23T21:36:28.193" v="554" actId="20577"/>
        <pc:sldMkLst>
          <pc:docMk/>
          <pc:sldMk cId="2361419268" sldId="262"/>
        </pc:sldMkLst>
        <pc:spChg chg="mod">
          <ac:chgData name="Nathan Lavery" userId="a56c67d643212b8b" providerId="LiveId" clId="{8BDF31DE-3580-4AE4-AB30-0C308EA811F0}" dt="2026-04-23T21:31:36.580" v="257" actId="20577"/>
          <ac:spMkLst>
            <pc:docMk/>
            <pc:sldMk cId="2361419268" sldId="262"/>
            <ac:spMk id="2" creationId="{089E5770-EAFA-C3CB-02F9-339C9381C88D}"/>
          </ac:spMkLst>
        </pc:spChg>
        <pc:spChg chg="del">
          <ac:chgData name="Nathan Lavery" userId="a56c67d643212b8b" providerId="LiveId" clId="{8BDF31DE-3580-4AE4-AB30-0C308EA811F0}" dt="2026-04-23T21:31:46.568" v="258" actId="21"/>
          <ac:spMkLst>
            <pc:docMk/>
            <pc:sldMk cId="2361419268" sldId="262"/>
            <ac:spMk id="3" creationId="{B00C8599-E036-81DB-7E1B-E8836FE1237F}"/>
          </ac:spMkLst>
        </pc:spChg>
        <pc:spChg chg="del mod">
          <ac:chgData name="Nathan Lavery" userId="a56c67d643212b8b" providerId="LiveId" clId="{8BDF31DE-3580-4AE4-AB30-0C308EA811F0}" dt="2026-04-23T21:33:06.605" v="261" actId="22"/>
          <ac:spMkLst>
            <pc:docMk/>
            <pc:sldMk cId="2361419268" sldId="262"/>
            <ac:spMk id="4" creationId="{250B2408-EED8-353C-99C0-CF54CBF058C1}"/>
          </ac:spMkLst>
        </pc:spChg>
        <pc:spChg chg="del">
          <ac:chgData name="Nathan Lavery" userId="a56c67d643212b8b" providerId="LiveId" clId="{8BDF31DE-3580-4AE4-AB30-0C308EA811F0}" dt="2026-04-23T21:31:49.170" v="259" actId="21"/>
          <ac:spMkLst>
            <pc:docMk/>
            <pc:sldMk cId="2361419268" sldId="262"/>
            <ac:spMk id="5" creationId="{B37239BB-D472-D452-6161-40EC1E6A41AF}"/>
          </ac:spMkLst>
        </pc:spChg>
        <pc:spChg chg="mod">
          <ac:chgData name="Nathan Lavery" userId="a56c67d643212b8b" providerId="LiveId" clId="{8BDF31DE-3580-4AE4-AB30-0C308EA811F0}" dt="2026-04-23T21:36:28.193" v="554" actId="20577"/>
          <ac:spMkLst>
            <pc:docMk/>
            <pc:sldMk cId="2361419268" sldId="262"/>
            <ac:spMk id="6" creationId="{77663B43-C0E5-5349-55F8-6BA520F1B26B}"/>
          </ac:spMkLst>
        </pc:spChg>
        <pc:picChg chg="add mod ord">
          <ac:chgData name="Nathan Lavery" userId="a56c67d643212b8b" providerId="LiveId" clId="{8BDF31DE-3580-4AE4-AB30-0C308EA811F0}" dt="2026-04-23T21:33:13.079" v="263" actId="14100"/>
          <ac:picMkLst>
            <pc:docMk/>
            <pc:sldMk cId="2361419268" sldId="262"/>
            <ac:picMk id="8" creationId="{5EBE58B5-D8D5-8319-E94D-4C38E37C8E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101-3EE7-D7A4-5712-9252EF879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40445365_Web_Reference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44E60-6657-CF33-1842-79B56F9C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CSc1034 Coursework – Group 027</a:t>
            </a:r>
          </a:p>
        </p:txBody>
      </p:sp>
    </p:spTree>
    <p:extLst>
      <p:ext uri="{BB962C8B-B14F-4D97-AF65-F5344CB8AC3E}">
        <p14:creationId xmlns:p14="http://schemas.microsoft.com/office/powerpoint/2010/main" val="85213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AFE0-A3C5-2C5C-4193-3A4F9BE7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Crud – Attendance - Create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EC881-3727-900F-FED9-AA2BAC53F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685131"/>
            <a:ext cx="9906000" cy="823912"/>
          </a:xfrm>
        </p:spPr>
        <p:txBody>
          <a:bodyPr>
            <a:normAutofit/>
          </a:bodyPr>
          <a:lstStyle/>
          <a:p>
            <a:r>
              <a:rPr lang="en-GB" dirty="0"/>
              <a:t>For this </a:t>
            </a:r>
            <a:r>
              <a:rPr lang="en-GB" dirty="0" err="1"/>
              <a:t>PPt</a:t>
            </a:r>
            <a:r>
              <a:rPr lang="en-GB" dirty="0"/>
              <a:t> I will be using Attendance which I made and validated for this project as an example of the code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4B93345-C127-659C-B92E-0098436DC1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1600" y="2615438"/>
            <a:ext cx="3769212" cy="2717800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04E44-98BA-CE48-2831-7B440E9ED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5362" y="3995426"/>
            <a:ext cx="4557398" cy="1437535"/>
          </a:xfrm>
        </p:spPr>
        <p:txBody>
          <a:bodyPr/>
          <a:lstStyle/>
          <a:p>
            <a:r>
              <a:rPr lang="en-GB" dirty="0"/>
              <a:t>This code is used to create a textbox to input the attendance value for the student form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29372C-AB21-1A44-C2EE-EC778213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61" y="2615438"/>
            <a:ext cx="4557398" cy="127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5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AFE0-A3C5-2C5C-4193-3A4F9BE7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Crud – Attendance - read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04E44-98BA-CE48-2831-7B440E9ED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5361" y="3995426"/>
            <a:ext cx="5923059" cy="1259405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This code is used to display the attendance to the Students Record table in readRecords.html</a:t>
            </a:r>
          </a:p>
          <a:p>
            <a:r>
              <a:rPr lang="en-GB" dirty="0"/>
              <a:t>(I wasn’t the sole creator of this code however did assist in its creation and I did create aspects of it including the Attendance part which I am covering)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EA373CE-0B3C-FF35-5F5F-C52A2F465A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898" y="2440581"/>
            <a:ext cx="4820464" cy="320019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93C754-8A14-F518-BFB6-E2E9EFF15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759" y="2440581"/>
            <a:ext cx="7134343" cy="115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9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AFE0-A3C5-2C5C-4193-3A4F9BE7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Crud – Attendance – Update and delete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04E44-98BA-CE48-2831-7B440E9ED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1756" y="3863527"/>
            <a:ext cx="5923059" cy="897387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This code is used to set the new values to the records in changeRecords.html</a:t>
            </a:r>
          </a:p>
          <a:p>
            <a:r>
              <a:rPr lang="en-GB" dirty="0"/>
              <a:t>(I wasn’t the sole creator of this code however did assist in its creation and I did create aspects of it including the Attendance part which I am covering)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68518A-8A20-B151-9DB3-737EF5B5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" y="1835076"/>
            <a:ext cx="6057226" cy="29258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57DB06-F85F-0508-760A-C62D98BA8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290" y="1958383"/>
            <a:ext cx="5767449" cy="16379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5A3B29-9F8D-3E97-162E-CF769F67E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4" y="4884221"/>
            <a:ext cx="6095998" cy="1867206"/>
          </a:xfrm>
          <a:prstGeom prst="rect">
            <a:avLst/>
          </a:prstGeom>
        </p:spPr>
      </p:pic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2439EB1-2E89-5680-A565-E021303A79C0}"/>
              </a:ext>
            </a:extLst>
          </p:cNvPr>
          <p:cNvSpPr txBox="1">
            <a:spLocks/>
          </p:cNvSpPr>
          <p:nvPr/>
        </p:nvSpPr>
        <p:spPr>
          <a:xfrm>
            <a:off x="6231755" y="5369130"/>
            <a:ext cx="5923059" cy="897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This code is used to delete the selected record in changeRecords.html, this code is also reused later to assist in removing any no longer valid records through the delete button</a:t>
            </a:r>
          </a:p>
          <a:p>
            <a:r>
              <a:rPr lang="en-GB" dirty="0"/>
              <a:t>(I wasn’t the sole creator of this code however did assist in its creation)</a:t>
            </a:r>
          </a:p>
        </p:txBody>
      </p:sp>
    </p:spTree>
    <p:extLst>
      <p:ext uri="{BB962C8B-B14F-4D97-AF65-F5344CB8AC3E}">
        <p14:creationId xmlns:p14="http://schemas.microsoft.com/office/powerpoint/2010/main" val="102473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B56B-FF18-C5C1-088A-20F6FC08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– Attendance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320A2-1DA6-BDA5-A926-EA893217F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3073398"/>
            <a:ext cx="4875211" cy="1687516"/>
          </a:xfrm>
        </p:spPr>
        <p:txBody>
          <a:bodyPr/>
          <a:lstStyle/>
          <a:p>
            <a:r>
              <a:rPr lang="en-GB" dirty="0"/>
              <a:t>Ensures that the data entered cannot be out of the appropriate range e.g. 0-100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19AC2-56B9-279B-6AFC-7FCAB4834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746" y="1628710"/>
            <a:ext cx="3669474" cy="1278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246583-DD3A-8BE3-61C6-699FF341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15" y="2957807"/>
            <a:ext cx="5713087" cy="12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9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E5770-EAFA-C3CB-02F9-339C9381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of my 3 reports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BE58B5-D8D5-8319-E94D-4C38E37C8E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6188" y="1828800"/>
            <a:ext cx="4978535" cy="4352305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63B43-C0E5-5349-55F8-6BA520F1B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57549"/>
            <a:ext cx="4875210" cy="40336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This is one of my 3 reports.  This Specific report shows the variety of different disabilities separated by gender within the database</a:t>
            </a:r>
          </a:p>
          <a:p>
            <a:r>
              <a:rPr lang="en-GB" dirty="0"/>
              <a:t>The data is pulled live from the database and is then formatted into an interactive pie chart that displays details when hovering over a specific section (Sections can also be removed for user convenience)</a:t>
            </a:r>
          </a:p>
        </p:txBody>
      </p:sp>
    </p:spTree>
    <p:extLst>
      <p:ext uri="{BB962C8B-B14F-4D97-AF65-F5344CB8AC3E}">
        <p14:creationId xmlns:p14="http://schemas.microsoft.com/office/powerpoint/2010/main" val="2361419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{45233A40-528A-4C07-9279-9610686486C9}TF6d5feb1e-e145-43f1-b745-cb4b54c5ee975d365c52-ce22229b0e48</Template>
  <TotalTime>153</TotalTime>
  <Words>294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40445365_Web_Reference</vt:lpstr>
      <vt:lpstr>Crud – Attendance - Create</vt:lpstr>
      <vt:lpstr>Crud – Attendance - read</vt:lpstr>
      <vt:lpstr>Crud – Attendance – Update and delete</vt:lpstr>
      <vt:lpstr>Validation – Attendance</vt:lpstr>
      <vt:lpstr>One of my 3 reports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Lavery</dc:creator>
  <cp:lastModifiedBy>Nathan Lavery</cp:lastModifiedBy>
  <cp:revision>1</cp:revision>
  <dcterms:created xsi:type="dcterms:W3CDTF">2026-04-23T19:05:23Z</dcterms:created>
  <dcterms:modified xsi:type="dcterms:W3CDTF">2026-04-23T21:40:20Z</dcterms:modified>
</cp:coreProperties>
</file>