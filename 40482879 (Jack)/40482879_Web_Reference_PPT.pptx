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style</a:t>
            </a:r>
            <a:endParaRPr lang="en-GB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181AED-8CCA-44D5-B0B3-C1F6AC31BC04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GB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A7AF3E-9682-4C94-AC59-B06B1982A589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GB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</a:t>
            </a: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styles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2A7E6C-8F61-4919-9387-4A3688C132A6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GB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559628-B044-49DF-87D6-FA152E17668C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GB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CCE925-2A8E-4673-9E9A-A689DAF564F9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GB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B0E2C2-7550-4CBC-85FE-BE970D19A29B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GB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7EB810-F813-4452-9932-5F7D805440FF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GB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B5428E-E85C-4DB9-B3A3-4C06E8A81D7C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E81F77-1312-4309-9F37-C65ED68E32FE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GB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GB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077071E-2200-4601-A6D0-13F81140CC18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GB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GB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989F66-7E6E-4271-A610-2FC12A8BAC4E}" type="slidenum">
              <a:rPr lang="en-GB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GB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GB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CSC1034 – Individual web Reference Guide</a:t>
            </a:r>
            <a:endParaRPr lang="en-GB" sz="6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By Jack Magee-Tollerton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Student Num: 40482879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Group: 27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50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My Contributions</a:t>
            </a:r>
            <a:endParaRPr lang="en-GB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838080" y="1072800"/>
            <a:ext cx="10515240" cy="510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Reports: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 4 (Average marks with or without assistance)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 5 (Find an individual student report)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 6 (Find a selected Class-Grade test)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Supporting contributions / functions I made: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getAverageMarksOfAssistanceAndNonAssistance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getStudentsWithAssistance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getStudentsWithoutAssistance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getAllTestResultsForAStudent(Student_ID)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getStudentTestsDataBasedOnAClass(Class_ID)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GetAllStudents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Other contributions: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Search bars for the view and edit forms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The action of removing a test result and adding a test result, and its validations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Validations to do with adding a class or editing a class to a student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Used regex for the phone validations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71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 1: Search </a:t>
            </a: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options for edit and </a:t>
            </a: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viewing students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680000" y="1121760"/>
            <a:ext cx="2880000" cy="85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find a student, go to the search bar, located above the view or edit.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/>
          <p:cNvPicPr/>
          <p:nvPr/>
        </p:nvPicPr>
        <p:blipFill>
          <a:blip r:embed="rId1"/>
          <a:stretch/>
        </p:blipFill>
        <p:spPr>
          <a:xfrm>
            <a:off x="209160" y="1092960"/>
            <a:ext cx="4290840" cy="268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"/>
          <p:cNvSpPr/>
          <p:nvPr/>
        </p:nvSpPr>
        <p:spPr>
          <a:xfrm flipH="1">
            <a:off x="3060000" y="1620000"/>
            <a:ext cx="1620000" cy="54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"/>
          <p:cNvPicPr/>
          <p:nvPr/>
        </p:nvPicPr>
        <p:blipFill>
          <a:blip r:embed="rId2"/>
          <a:stretch/>
        </p:blipFill>
        <p:spPr>
          <a:xfrm>
            <a:off x="6999480" y="1800000"/>
            <a:ext cx="5060520" cy="113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"/>
          <p:cNvSpPr txBox="1"/>
          <p:nvPr/>
        </p:nvSpPr>
        <p:spPr>
          <a:xfrm>
            <a:off x="4500000" y="2340000"/>
            <a:ext cx="2340000" cy="1370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the search bar, type in a forename or surname you would like to find: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 flipV="1">
            <a:off x="6660000" y="2700000"/>
            <a:ext cx="1440000" cy="36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3"/>
          <a:stretch/>
        </p:blipFill>
        <p:spPr>
          <a:xfrm>
            <a:off x="180000" y="4015800"/>
            <a:ext cx="6611760" cy="28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"/>
          <p:cNvSpPr txBox="1"/>
          <p:nvPr/>
        </p:nvSpPr>
        <p:spPr>
          <a:xfrm>
            <a:off x="6840000" y="3240000"/>
            <a:ext cx="4140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you type, the results will vary based on the in-putted text and the results of that text will be displayed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 flipH="1">
            <a:off x="5220000" y="3960000"/>
            <a:ext cx="1620000" cy="72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"/>
          <p:cNvPicPr/>
          <p:nvPr/>
        </p:nvPicPr>
        <p:blipFill>
          <a:blip r:embed="rId4"/>
          <a:stretch/>
        </p:blipFill>
        <p:spPr>
          <a:xfrm>
            <a:off x="7020000" y="5234040"/>
            <a:ext cx="4802760" cy="124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 txBox="1"/>
          <p:nvPr/>
        </p:nvSpPr>
        <p:spPr>
          <a:xfrm>
            <a:off x="7380000" y="4140000"/>
            <a:ext cx="4140000" cy="9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you search a name of a student who doesn’t exist or hasn’t been added, it will return with “no record found”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 flipH="1">
            <a:off x="7740000" y="5040000"/>
            <a:ext cx="1080000" cy="126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 flipH="1">
            <a:off x="10080000" y="5040000"/>
            <a:ext cx="180000" cy="54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 txBox="1"/>
          <p:nvPr/>
        </p:nvSpPr>
        <p:spPr>
          <a:xfrm>
            <a:off x="838440" y="365040"/>
            <a:ext cx="10515240" cy="71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 2: Adding a student to a class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80000" y="950040"/>
            <a:ext cx="11700000" cy="489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Disclaimer</a:t>
            </a: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I did not make the entire “Add student” form, I did some validations such as phone and gender, and “Select the classes to enrol the student in:” part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"/>
          <p:cNvPicPr/>
          <p:nvPr/>
        </p:nvPicPr>
        <p:blipFill>
          <a:blip r:embed="rId1"/>
          <a:stretch/>
        </p:blipFill>
        <p:spPr>
          <a:xfrm>
            <a:off x="180000" y="1440000"/>
            <a:ext cx="4860000" cy="126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"/>
          <p:cNvSpPr txBox="1"/>
          <p:nvPr/>
        </p:nvSpPr>
        <p:spPr>
          <a:xfrm>
            <a:off x="5220000" y="1405800"/>
            <a:ext cx="68400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part of “Adding a new student” that requires the user to add a student to a class.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 flipH="1">
            <a:off x="3600000" y="1620000"/>
            <a:ext cx="1620000" cy="36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"/>
          <p:cNvPicPr/>
          <p:nvPr/>
        </p:nvPicPr>
        <p:blipFill>
          <a:blip r:embed="rId2"/>
          <a:stretch/>
        </p:blipFill>
        <p:spPr>
          <a:xfrm>
            <a:off x="180000" y="2819520"/>
            <a:ext cx="5049000" cy="132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3"/>
          <a:stretch/>
        </p:blipFill>
        <p:spPr>
          <a:xfrm>
            <a:off x="5040000" y="2892240"/>
            <a:ext cx="3939480" cy="1067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/>
          <p:cNvPicPr/>
          <p:nvPr/>
        </p:nvPicPr>
        <p:blipFill>
          <a:blip r:embed="rId4"/>
          <a:stretch/>
        </p:blipFill>
        <p:spPr>
          <a:xfrm>
            <a:off x="180000" y="4500000"/>
            <a:ext cx="5951160" cy="162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"/>
          <p:cNvPicPr/>
          <p:nvPr/>
        </p:nvPicPr>
        <p:blipFill>
          <a:blip r:embed="rId5"/>
          <a:stretch/>
        </p:blipFill>
        <p:spPr>
          <a:xfrm>
            <a:off x="6300000" y="4860000"/>
            <a:ext cx="3944880" cy="100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"/>
          <p:cNvSpPr txBox="1"/>
          <p:nvPr/>
        </p:nvSpPr>
        <p:spPr>
          <a:xfrm>
            <a:off x="5229000" y="2160000"/>
            <a:ext cx="6840000" cy="858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when a person is filling out the student details and enters the students date of birth, the choice of classes will filter based on a calculation of which year would that student be in.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9000000" y="3081960"/>
            <a:ext cx="3060000" cy="1778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example here, a person born in 2013, can only be enrolled into classes for 1</a:t>
            </a:r>
            <a:r>
              <a:rPr lang="en-GB" sz="1800" b="0" u="none" strike="noStrike" baseline="33000">
                <a:solidFill>
                  <a:srgbClr val="000000"/>
                </a:solidFill>
                <a:effectLst/>
                <a:uFillTx/>
                <a:latin typeface="Arial"/>
              </a:rPr>
              <a:t>st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year (Year 8) whereas the person born in ‘09 would be in lower sixth doing a-levels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 flipH="1" flipV="1">
            <a:off x="7920000" y="3600000"/>
            <a:ext cx="1080000" cy="54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 flipH="1">
            <a:off x="8820000" y="4320000"/>
            <a:ext cx="180000" cy="108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 flipH="1" flipV="1">
            <a:off x="4500000" y="3420000"/>
            <a:ext cx="1080000" cy="18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 flipH="1">
            <a:off x="5940000" y="5400000"/>
            <a:ext cx="900000" cy="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 txBox="1"/>
          <p:nvPr/>
        </p:nvSpPr>
        <p:spPr>
          <a:xfrm>
            <a:off x="838800" y="365040"/>
            <a:ext cx="10515240" cy="71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 3: Deleting a test result from a student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94" name=""/>
          <p:cNvPicPr/>
          <p:nvPr/>
        </p:nvPicPr>
        <p:blipFill>
          <a:blip r:embed="rId1"/>
          <a:stretch/>
        </p:blipFill>
        <p:spPr>
          <a:xfrm>
            <a:off x="294840" y="1080000"/>
            <a:ext cx="2405160" cy="182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"/>
          <p:cNvSpPr txBox="1"/>
          <p:nvPr/>
        </p:nvSpPr>
        <p:spPr>
          <a:xfrm>
            <a:off x="2880000" y="1149840"/>
            <a:ext cx="1440000" cy="1370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main layout for the “delete a test result”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 flipH="1">
            <a:off x="2160000" y="1800000"/>
            <a:ext cx="720000" cy="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"/>
          <p:cNvPicPr/>
          <p:nvPr/>
        </p:nvPicPr>
        <p:blipFill>
          <a:blip r:embed="rId2"/>
          <a:stretch/>
        </p:blipFill>
        <p:spPr>
          <a:xfrm>
            <a:off x="180000" y="4463640"/>
            <a:ext cx="6422760" cy="237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"/>
          <p:cNvSpPr txBox="1"/>
          <p:nvPr/>
        </p:nvSpPr>
        <p:spPr>
          <a:xfrm>
            <a:off x="180000" y="3240000"/>
            <a:ext cx="3060000" cy="111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Before even selecting a student, trying a submit, an error comes asking to select a student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1440000" y="4140000"/>
            <a:ext cx="900000" cy="234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"/>
          <p:cNvPicPr/>
          <p:nvPr/>
        </p:nvPicPr>
        <p:blipFill>
          <a:blip r:embed="rId3"/>
          <a:stretch/>
        </p:blipFill>
        <p:spPr>
          <a:xfrm>
            <a:off x="6120000" y="1080000"/>
            <a:ext cx="5940000" cy="180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"/>
          <p:cNvSpPr txBox="1"/>
          <p:nvPr/>
        </p:nvSpPr>
        <p:spPr>
          <a:xfrm>
            <a:off x="4320000" y="1260000"/>
            <a:ext cx="1800000" cy="188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After selecting a student from the list of every student, even trying to submit will cause an error.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"/>
          <p:cNvPicPr/>
          <p:nvPr/>
        </p:nvPicPr>
        <p:blipFill>
          <a:blip r:embed="rId4"/>
          <a:stretch/>
        </p:blipFill>
        <p:spPr>
          <a:xfrm>
            <a:off x="5391000" y="4463640"/>
            <a:ext cx="6669000" cy="203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"/>
          <p:cNvSpPr txBox="1"/>
          <p:nvPr/>
        </p:nvSpPr>
        <p:spPr>
          <a:xfrm>
            <a:off x="5040000" y="2880000"/>
            <a:ext cx="7152120" cy="80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Also after selecting a student, any test that a student HAS COMPLETED WILL ONLY APPEAR.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5400000" y="3600000"/>
            <a:ext cx="6660000" cy="111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After selecting a student and a test, clicking submit will submit and delete that test record from that student, also allowing the same test to be re-added to the student through “add test result” form.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5940000" y="2160000"/>
            <a:ext cx="1800000" cy="54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 flipV="1">
            <a:off x="8280000" y="1800000"/>
            <a:ext cx="360000" cy="108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7200000" y="4500000"/>
            <a:ext cx="180000" cy="180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 txBox="1"/>
          <p:nvPr/>
        </p:nvSpPr>
        <p:spPr>
          <a:xfrm>
            <a:off x="839160" y="365040"/>
            <a:ext cx="10515240" cy="71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 4: Adding a test result to a student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109" name=""/>
          <p:cNvPicPr/>
          <p:nvPr/>
        </p:nvPicPr>
        <p:blipFill>
          <a:blip r:embed="rId1"/>
          <a:stretch/>
        </p:blipFill>
        <p:spPr>
          <a:xfrm>
            <a:off x="732960" y="1080000"/>
            <a:ext cx="2687040" cy="271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0" name=""/>
          <p:cNvPicPr/>
          <p:nvPr/>
        </p:nvPicPr>
        <p:blipFill>
          <a:blip r:embed="rId2"/>
          <a:stretch/>
        </p:blipFill>
        <p:spPr>
          <a:xfrm>
            <a:off x="5040000" y="2645640"/>
            <a:ext cx="6840000" cy="401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"/>
          <p:cNvPicPr/>
          <p:nvPr/>
        </p:nvPicPr>
        <p:blipFill>
          <a:blip r:embed="rId3"/>
          <a:stretch/>
        </p:blipFill>
        <p:spPr>
          <a:xfrm>
            <a:off x="3600000" y="1260000"/>
            <a:ext cx="486000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"/>
          <p:cNvSpPr txBox="1"/>
          <p:nvPr/>
        </p:nvSpPr>
        <p:spPr>
          <a:xfrm>
            <a:off x="360000" y="3960000"/>
            <a:ext cx="1440000" cy="23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main page, starting with the select student, then test and enter its result for a valid query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 flipV="1">
            <a:off x="900000" y="2520000"/>
            <a:ext cx="540000" cy="144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980000" y="4259880"/>
            <a:ext cx="2520000" cy="23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a user has selected a student, they can only select tests that the user HASN’T DONE but the selected student is enrolled into that class  with a “unfinished test”. 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 flipV="1">
            <a:off x="3240000" y="2520000"/>
            <a:ext cx="1260000" cy="17398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 flipV="1">
            <a:off x="4140000" y="3600000"/>
            <a:ext cx="360000" cy="162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8640000" y="1225800"/>
            <a:ext cx="3060000" cy="111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a user has selected a test, a total mark and pass mark will appear at the bottom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 flipH="1">
            <a:off x="7560000" y="1980000"/>
            <a:ext cx="1080000" cy="198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 flipH="1">
            <a:off x="6840000" y="1800000"/>
            <a:ext cx="1800000" cy="216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210280" y="4569480"/>
            <a:ext cx="3060000" cy="1626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a user tries to enter a number that is above that tests “total marks” value (in the example it is 80), the user will be unable to enter a test result as shown.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7740000" y="5940000"/>
            <a:ext cx="0" cy="36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7920000" y="5040000"/>
            <a:ext cx="1620000" cy="36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 txBox="1"/>
          <p:nvPr/>
        </p:nvSpPr>
        <p:spPr>
          <a:xfrm>
            <a:off x="839520" y="365040"/>
            <a:ext cx="10515240" cy="71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 5: Parametrised Report (Disability filter)</a:t>
            </a:r>
            <a:endParaRPr lang="en-GB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</TotalTime>
  <Application>LibreOffice/25.8.6.2$Linux_X86_64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2026-04-23T00:29:13Z</dcterms:created>
  <dc:creator/>
  <dc:description/>
  <dc:language>en-GB</dc:language>
  <cp:lastModifiedBy/>
  <dcterms:modified xsi:type="dcterms:W3CDTF">2026-04-23T22:50:00Z</dcterms:modified>
  <cp:revision>81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</vt:i4>
  </property>
</Properties>
</file>