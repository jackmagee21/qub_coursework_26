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GB" sz="4400" b="0" u="none" strike="noStrike">
                <a:solidFill>
                  <a:schemeClr val="dk1"/>
                </a:solidFill>
                <a:effectLst/>
                <a:uFillTx/>
                <a:latin typeface="Aptos Display"/>
              </a:rPr>
              <a:t>Click to edit Master title style</a:t>
            </a:r>
            <a:endParaRPr lang="en-GB" sz="4400" b="0" u="none" strike="noStrike">
              <a:solidFill>
                <a:srgbClr val="000000"/>
              </a:solidFill>
              <a:effectLst/>
              <a:uFillTx/>
              <a:latin typeface="Arial"/>
            </a:endParaRPr>
          </a:p>
        </p:txBody>
      </p:sp>
      <p:sp>
        <p:nvSpPr>
          <p:cNvPr id="3" name="PlaceHolder 2"/>
          <p:cNvSpPr>
            <a:spLocks noGrp="1"/>
          </p:cNvSpPr>
          <p:nvPr>
            <p:ph type="body"/>
          </p:nvPr>
        </p:nvSpPr>
        <p:spPr>
          <a:xfrm>
            <a:off x="838080" y="1825560"/>
            <a:ext cx="5180400" cy="435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4" name="PlaceHolder 3"/>
          <p:cNvSpPr>
            <a:spLocks noGrp="1"/>
          </p:cNvSpPr>
          <p:nvPr>
            <p:ph type="body"/>
          </p:nvPr>
        </p:nvSpPr>
        <p:spPr>
          <a:xfrm>
            <a:off x="6172200" y="1825560"/>
            <a:ext cx="5180400" cy="435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921C7AA1-F465-4D7A-95F0-4407916E370E}"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98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GB" sz="4400" b="0" u="none" strike="noStrike">
                <a:solidFill>
                  <a:schemeClr val="dk1"/>
                </a:solidFill>
                <a:effectLst/>
                <a:uFillTx/>
                <a:latin typeface="Aptos Display"/>
              </a:rPr>
              <a:t>Click to edit Master title style</a:t>
            </a:r>
            <a:endParaRPr lang="en-GB" sz="4400" b="0" u="none" strike="noStrike">
              <a:solidFill>
                <a:srgbClr val="000000"/>
              </a:solidFill>
              <a:effectLst/>
              <a:uFillTx/>
              <a:latin typeface="Arial"/>
            </a:endParaRPr>
          </a:p>
        </p:txBody>
      </p:sp>
      <p:sp>
        <p:nvSpPr>
          <p:cNvPr id="9" name="PlaceHolder 2"/>
          <p:cNvSpPr>
            <a:spLocks noGrp="1"/>
          </p:cNvSpPr>
          <p:nvPr>
            <p:ph type="body"/>
          </p:nvPr>
        </p:nvSpPr>
        <p:spPr>
          <a:xfrm>
            <a:off x="839880" y="1681200"/>
            <a:ext cx="5156640" cy="82296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en-GB" sz="2400" b="1" u="none" strike="noStrike">
                <a:solidFill>
                  <a:schemeClr val="dk1"/>
                </a:solidFill>
                <a:effectLst/>
                <a:uFillTx/>
                <a:latin typeface="Aptos"/>
              </a:rPr>
              <a:t>Click to edit Master text styles</a:t>
            </a:r>
            <a:endParaRPr lang="en-GB" sz="2400" b="0" u="none" strike="noStrike">
              <a:solidFill>
                <a:srgbClr val="000000"/>
              </a:solidFill>
              <a:effectLst/>
              <a:uFillTx/>
              <a:latin typeface="Arial"/>
            </a:endParaRPr>
          </a:p>
        </p:txBody>
      </p:sp>
      <p:sp>
        <p:nvSpPr>
          <p:cNvPr id="10" name="PlaceHolder 3"/>
          <p:cNvSpPr>
            <a:spLocks noGrp="1"/>
          </p:cNvSpPr>
          <p:nvPr>
            <p:ph type="body"/>
          </p:nvPr>
        </p:nvSpPr>
        <p:spPr>
          <a:xfrm>
            <a:off x="839880" y="2505240"/>
            <a:ext cx="5156640" cy="36835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11" name="PlaceHolder 4"/>
          <p:cNvSpPr>
            <a:spLocks noGrp="1"/>
          </p:cNvSpPr>
          <p:nvPr>
            <p:ph type="body"/>
          </p:nvPr>
        </p:nvSpPr>
        <p:spPr>
          <a:xfrm>
            <a:off x="6172200" y="1681200"/>
            <a:ext cx="5182200" cy="82296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en-GB" sz="2400" b="1" u="none" strike="noStrike">
                <a:solidFill>
                  <a:schemeClr val="dk1"/>
                </a:solidFill>
                <a:effectLst/>
                <a:uFillTx/>
                <a:latin typeface="Aptos"/>
              </a:rPr>
              <a:t>Click to edit Master text styles</a:t>
            </a:r>
            <a:endParaRPr lang="en-GB" sz="2400" b="0" u="none" strike="noStrike">
              <a:solidFill>
                <a:srgbClr val="000000"/>
              </a:solidFill>
              <a:effectLst/>
              <a:uFillTx/>
              <a:latin typeface="Arial"/>
            </a:endParaRPr>
          </a:p>
        </p:txBody>
      </p:sp>
      <p:sp>
        <p:nvSpPr>
          <p:cNvPr id="12" name="PlaceHolder 5"/>
          <p:cNvSpPr>
            <a:spLocks noGrp="1"/>
          </p:cNvSpPr>
          <p:nvPr>
            <p:ph type="body"/>
          </p:nvPr>
        </p:nvSpPr>
        <p:spPr>
          <a:xfrm>
            <a:off x="6172200" y="2505240"/>
            <a:ext cx="5182200" cy="36835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13" name="PlaceHolder 6"/>
          <p:cNvSpPr>
            <a:spLocks noGrp="1"/>
          </p:cNvSpPr>
          <p:nvPr>
            <p:ph type="dt" idx="4"/>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14" name="PlaceHolder 7"/>
          <p:cNvSpPr>
            <a:spLocks noGrp="1"/>
          </p:cNvSpPr>
          <p:nvPr>
            <p:ph type="ftr" idx="5"/>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15" name="PlaceHolder 8"/>
          <p:cNvSpPr>
            <a:spLocks noGrp="1"/>
          </p:cNvSpPr>
          <p:nvPr>
            <p:ph type="sldNum" idx="6"/>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EB623546-987C-41D0-8DD3-37DC45FF3404}"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GB" sz="4400" b="0" u="none" strike="noStrike">
                <a:solidFill>
                  <a:schemeClr val="dk1"/>
                </a:solidFill>
                <a:effectLst/>
                <a:uFillTx/>
                <a:latin typeface="Aptos Display"/>
              </a:rPr>
              <a:t>Click to edit Master title style</a:t>
            </a:r>
            <a:endParaRPr lang="en-GB" sz="4400" b="0" u="none" strike="noStrike">
              <a:solidFill>
                <a:srgbClr val="000000"/>
              </a:solidFill>
              <a:effectLst/>
              <a:uFillTx/>
              <a:latin typeface="Arial"/>
            </a:endParaRPr>
          </a:p>
        </p:txBody>
      </p:sp>
      <p:sp>
        <p:nvSpPr>
          <p:cNvPr id="17" name="PlaceHolder 2"/>
          <p:cNvSpPr>
            <a:spLocks noGrp="1"/>
          </p:cNvSpPr>
          <p:nvPr>
            <p:ph type="dt" idx="7"/>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18" name="PlaceHolder 3"/>
          <p:cNvSpPr>
            <a:spLocks noGrp="1"/>
          </p:cNvSpPr>
          <p:nvPr>
            <p:ph type="ftr" idx="8"/>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19" name="PlaceHolder 4"/>
          <p:cNvSpPr>
            <a:spLocks noGrp="1"/>
          </p:cNvSpPr>
          <p:nvPr>
            <p:ph type="sldNum" idx="9"/>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95E36F5C-B9E6-4BF4-B875-EBE409AD8518}"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dt" idx="10"/>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21" name="PlaceHolder 2"/>
          <p:cNvSpPr>
            <a:spLocks noGrp="1"/>
          </p:cNvSpPr>
          <p:nvPr>
            <p:ph type="ftr" idx="1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22" name="PlaceHolder 3"/>
          <p:cNvSpPr>
            <a:spLocks noGrp="1"/>
          </p:cNvSpPr>
          <p:nvPr>
            <p:ph type="sldNum" idx="12"/>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55A6590B-F24A-40CD-B617-B3849D038E51}"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457200"/>
            <a:ext cx="3931200" cy="159912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GB" sz="3200" b="0" u="none" strike="noStrike">
                <a:solidFill>
                  <a:schemeClr val="dk1"/>
                </a:solidFill>
                <a:effectLst/>
                <a:uFillTx/>
                <a:latin typeface="Aptos Display"/>
              </a:rPr>
              <a:t>Click to edit Master title style</a:t>
            </a:r>
            <a:endParaRPr lang="en-GB" sz="3200" b="0" u="none" strike="noStrike">
              <a:solidFill>
                <a:srgbClr val="000000"/>
              </a:solidFill>
              <a:effectLst/>
              <a:uFillTx/>
              <a:latin typeface="Arial"/>
            </a:endParaRPr>
          </a:p>
        </p:txBody>
      </p:sp>
      <p:sp>
        <p:nvSpPr>
          <p:cNvPr id="24" name="PlaceHolder 2"/>
          <p:cNvSpPr>
            <a:spLocks noGrp="1"/>
          </p:cNvSpPr>
          <p:nvPr>
            <p:ph type="body"/>
          </p:nvPr>
        </p:nvSpPr>
        <p:spPr>
          <a:xfrm>
            <a:off x="5183280" y="987480"/>
            <a:ext cx="6171120" cy="48726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GB" sz="3200" b="0" u="none" strike="noStrike">
                <a:solidFill>
                  <a:schemeClr val="dk1"/>
                </a:solidFill>
                <a:effectLst/>
                <a:uFillTx/>
                <a:latin typeface="Aptos"/>
              </a:rPr>
              <a:t>Click to edit Master text styles</a:t>
            </a:r>
            <a:endParaRPr lang="en-GB" sz="32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800" b="0" u="none" strike="noStrike">
                <a:solidFill>
                  <a:schemeClr val="dk1"/>
                </a:solidFill>
                <a:effectLst/>
                <a:uFillTx/>
                <a:latin typeface="Aptos"/>
              </a:rPr>
              <a:t>Second level</a:t>
            </a:r>
            <a:endParaRPr lang="en-GB" sz="28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Third level</a:t>
            </a:r>
            <a:endParaRPr lang="en-GB" sz="24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Fourth level</a:t>
            </a:r>
            <a:endParaRPr lang="en-GB" sz="20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Fifth level</a:t>
            </a:r>
            <a:endParaRPr lang="en-GB" sz="2000" b="0" u="none" strike="noStrike">
              <a:solidFill>
                <a:srgbClr val="000000"/>
              </a:solidFill>
              <a:effectLst/>
              <a:uFillTx/>
              <a:latin typeface="Arial"/>
            </a:endParaRPr>
          </a:p>
        </p:txBody>
      </p:sp>
      <p:sp>
        <p:nvSpPr>
          <p:cNvPr id="25" name="PlaceHolder 3"/>
          <p:cNvSpPr>
            <a:spLocks noGrp="1"/>
          </p:cNvSpPr>
          <p:nvPr>
            <p:ph type="body"/>
          </p:nvPr>
        </p:nvSpPr>
        <p:spPr>
          <a:xfrm>
            <a:off x="839880" y="2057400"/>
            <a:ext cx="3931200" cy="38106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GB" sz="1600" b="0" u="none" strike="noStrike">
                <a:solidFill>
                  <a:schemeClr val="dk1"/>
                </a:solidFill>
                <a:effectLst/>
                <a:uFillTx/>
                <a:latin typeface="Aptos"/>
              </a:rPr>
              <a:t>Click to edit Master text styles</a:t>
            </a:r>
            <a:endParaRPr lang="en-GB" sz="1600" b="0" u="none" strike="noStrike">
              <a:solidFill>
                <a:srgbClr val="000000"/>
              </a:solidFill>
              <a:effectLst/>
              <a:uFillTx/>
              <a:latin typeface="Arial"/>
            </a:endParaRPr>
          </a:p>
        </p:txBody>
      </p:sp>
      <p:sp>
        <p:nvSpPr>
          <p:cNvPr id="26" name="PlaceHolder 4"/>
          <p:cNvSpPr>
            <a:spLocks noGrp="1"/>
          </p:cNvSpPr>
          <p:nvPr>
            <p:ph type="dt" idx="13"/>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27" name="PlaceHolder 5"/>
          <p:cNvSpPr>
            <a:spLocks noGrp="1"/>
          </p:cNvSpPr>
          <p:nvPr>
            <p:ph type="ftr" idx="1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28" name="PlaceHolder 6"/>
          <p:cNvSpPr>
            <a:spLocks noGrp="1"/>
          </p:cNvSpPr>
          <p:nvPr>
            <p:ph type="sldNum" idx="15"/>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F60CC107-227E-43E3-8E75-EC61D0B20B59}"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9880" y="457200"/>
            <a:ext cx="3931200" cy="159912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GB" sz="3200" b="0" u="none" strike="noStrike">
                <a:solidFill>
                  <a:schemeClr val="dk1"/>
                </a:solidFill>
                <a:effectLst/>
                <a:uFillTx/>
                <a:latin typeface="Aptos Display"/>
              </a:rPr>
              <a:t>Click to edit Master title style</a:t>
            </a:r>
            <a:endParaRPr lang="en-GB" sz="3200" b="0" u="none" strike="noStrike">
              <a:solidFill>
                <a:srgbClr val="000000"/>
              </a:solidFill>
              <a:effectLst/>
              <a:uFillTx/>
              <a:latin typeface="Arial"/>
            </a:endParaRPr>
          </a:p>
        </p:txBody>
      </p:sp>
      <p:sp>
        <p:nvSpPr>
          <p:cNvPr id="30" name="PlaceHolder 2"/>
          <p:cNvSpPr>
            <a:spLocks noGrp="1"/>
          </p:cNvSpPr>
          <p:nvPr>
            <p:ph type="body"/>
          </p:nvPr>
        </p:nvSpPr>
        <p:spPr>
          <a:xfrm>
            <a:off x="5183280" y="987480"/>
            <a:ext cx="6171120" cy="4872600"/>
          </a:xfrm>
          <a:prstGeom prst="rect">
            <a:avLst/>
          </a:prstGeom>
          <a:noFill/>
          <a:ln w="0">
            <a:noFill/>
          </a:ln>
        </p:spPr>
        <p:txBody>
          <a:bodyPr lIns="90000" rIns="90000" tIns="45000" bIns="45000" anchor="t">
            <a:noAutofit/>
          </a:bodyPr>
          <a:p>
            <a:pPr indent="0" defTabSz="914400">
              <a:lnSpc>
                <a:spcPct val="100000"/>
              </a:lnSpc>
              <a:buNone/>
              <a:tabLst>
                <a:tab algn="l" pos="0"/>
              </a:tabLst>
            </a:pPr>
            <a:r>
              <a:rPr lang="en-GB" sz="3200" b="0" u="none" strike="noStrike">
                <a:solidFill>
                  <a:schemeClr val="dk1"/>
                </a:solidFill>
                <a:effectLst/>
                <a:uFillTx/>
                <a:latin typeface="Aptos"/>
              </a:rPr>
              <a:t>Click icon to add picture</a:t>
            </a:r>
            <a:endParaRPr lang="en-GB" sz="3200" b="0" u="none" strike="noStrike">
              <a:solidFill>
                <a:srgbClr val="000000"/>
              </a:solidFill>
              <a:effectLst/>
              <a:uFillTx/>
              <a:latin typeface="Arial"/>
            </a:endParaRPr>
          </a:p>
        </p:txBody>
      </p:sp>
      <p:sp>
        <p:nvSpPr>
          <p:cNvPr id="31" name="PlaceHolder 3"/>
          <p:cNvSpPr>
            <a:spLocks noGrp="1"/>
          </p:cNvSpPr>
          <p:nvPr>
            <p:ph type="body"/>
          </p:nvPr>
        </p:nvSpPr>
        <p:spPr>
          <a:xfrm>
            <a:off x="839880" y="2057400"/>
            <a:ext cx="3931200" cy="381060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GB" sz="1600" b="0" u="none" strike="noStrike">
                <a:solidFill>
                  <a:schemeClr val="dk1"/>
                </a:solidFill>
                <a:effectLst/>
                <a:uFillTx/>
                <a:latin typeface="Aptos"/>
              </a:rPr>
              <a:t>Click to edit Master text styles</a:t>
            </a:r>
            <a:endParaRPr lang="en-GB" sz="1600" b="0" u="none" strike="noStrike">
              <a:solidFill>
                <a:srgbClr val="000000"/>
              </a:solidFill>
              <a:effectLst/>
              <a:uFillTx/>
              <a:latin typeface="Arial"/>
            </a:endParaRPr>
          </a:p>
        </p:txBody>
      </p:sp>
      <p:sp>
        <p:nvSpPr>
          <p:cNvPr id="32" name="PlaceHolder 4"/>
          <p:cNvSpPr>
            <a:spLocks noGrp="1"/>
          </p:cNvSpPr>
          <p:nvPr>
            <p:ph type="dt" idx="16"/>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33" name="PlaceHolder 5"/>
          <p:cNvSpPr>
            <a:spLocks noGrp="1"/>
          </p:cNvSpPr>
          <p:nvPr>
            <p:ph type="ftr" idx="1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34" name="PlaceHolder 6"/>
          <p:cNvSpPr>
            <a:spLocks noGrp="1"/>
          </p:cNvSpPr>
          <p:nvPr>
            <p:ph type="sldNum" idx="18"/>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0CD2FCE0-2A9A-4621-A589-AC2FDDC2C186}"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1523880" y="1122480"/>
            <a:ext cx="9142920" cy="23864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GB" sz="6000" b="0" u="none" strike="noStrike">
                <a:solidFill>
                  <a:schemeClr val="dk1"/>
                </a:solidFill>
                <a:effectLst/>
                <a:uFillTx/>
                <a:latin typeface="Aptos Display"/>
              </a:rPr>
              <a:t>Click to edit Master title style</a:t>
            </a:r>
            <a:endParaRPr lang="en-GB" sz="6000" b="0" u="none" strike="noStrike">
              <a:solidFill>
                <a:srgbClr val="000000"/>
              </a:solidFill>
              <a:effectLst/>
              <a:uFillTx/>
              <a:latin typeface="Arial"/>
            </a:endParaRPr>
          </a:p>
        </p:txBody>
      </p:sp>
      <p:sp>
        <p:nvSpPr>
          <p:cNvPr id="36" name="PlaceHolder 2"/>
          <p:cNvSpPr>
            <a:spLocks noGrp="1"/>
          </p:cNvSpPr>
          <p:nvPr>
            <p:ph type="dt" idx="19"/>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 </a:t>
            </a:r>
            <a:endParaRPr lang="en-GB" sz="1200" b="0" u="none" strike="noStrike">
              <a:solidFill>
                <a:srgbClr val="000000"/>
              </a:solidFill>
              <a:effectLst/>
              <a:uFillTx/>
              <a:latin typeface="Times New Roman"/>
            </a:endParaRPr>
          </a:p>
        </p:txBody>
      </p:sp>
      <p:sp>
        <p:nvSpPr>
          <p:cNvPr id="37" name="PlaceHolder 3"/>
          <p:cNvSpPr>
            <a:spLocks noGrp="1"/>
          </p:cNvSpPr>
          <p:nvPr>
            <p:ph type="ftr" idx="2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 </a:t>
            </a:r>
            <a:endParaRPr lang="en-GB" sz="1400" b="0" u="none" strike="noStrike">
              <a:solidFill>
                <a:srgbClr val="000000"/>
              </a:solidFill>
              <a:effectLst/>
              <a:uFillTx/>
              <a:latin typeface="Times New Roman"/>
            </a:endParaRPr>
          </a:p>
        </p:txBody>
      </p:sp>
      <p:sp>
        <p:nvSpPr>
          <p:cNvPr id="38" name="PlaceHolder 4"/>
          <p:cNvSpPr>
            <a:spLocks noGrp="1"/>
          </p:cNvSpPr>
          <p:nvPr>
            <p:ph type="sldNum" idx="21"/>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2484AE73-0881-4079-AA89-5F8A18521E8D}" type="slidenum">
              <a:rPr lang="en-GB" sz="1200" b="0" u="none" strike="noStrike">
                <a:solidFill>
                  <a:schemeClr val="dk1">
                    <a:tint val="82000"/>
                  </a:schemeClr>
                </a:solidFill>
                <a:effectLst/>
                <a:uFillTx/>
                <a:latin typeface="Aptos"/>
              </a:rPr>
              <a:t>2</a:t>
            </a:fld>
            <a:endParaRPr lang="en-GB" sz="1200" b="0" u="none" strike="noStrike">
              <a:solidFill>
                <a:srgbClr val="000000"/>
              </a:solidFill>
              <a:effectLst/>
              <a:uFillTx/>
              <a:latin typeface="Times New Roman"/>
            </a:endParaRPr>
          </a:p>
        </p:txBody>
      </p:sp>
      <p:sp>
        <p:nvSpPr>
          <p:cNvPr id="39" name="PlaceHolder 5"/>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n-GB" sz="2800" b="0" u="none" strike="noStrike">
                <a:solidFill>
                  <a:schemeClr val="dk1"/>
                </a:solidFill>
                <a:effectLst/>
                <a:uFillTx/>
                <a:latin typeface="Aptos"/>
              </a:rPr>
              <a:t>Click to edit the outline text format</a:t>
            </a:r>
            <a:endParaRPr lang="en-GB"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GB" sz="2000" b="0" u="none" strike="noStrike">
                <a:solidFill>
                  <a:schemeClr val="dk1"/>
                </a:solidFill>
                <a:effectLst/>
                <a:uFillTx/>
                <a:latin typeface="Aptos"/>
              </a:rPr>
              <a:t>Second Outline Level</a:t>
            </a:r>
            <a:endParaRPr lang="en-GB"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GB" sz="1800" b="0" u="none" strike="noStrike">
                <a:solidFill>
                  <a:schemeClr val="dk1"/>
                </a:solidFill>
                <a:effectLst/>
                <a:uFillTx/>
                <a:latin typeface="Aptos"/>
              </a:rPr>
              <a:t>Third Outline Level</a:t>
            </a:r>
            <a:endParaRPr lang="en-GB"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GB" sz="1800" b="0" u="none" strike="noStrike">
                <a:solidFill>
                  <a:schemeClr val="dk1"/>
                </a:solidFill>
                <a:effectLst/>
                <a:uFillTx/>
                <a:latin typeface="Aptos"/>
              </a:rPr>
              <a:t>Fourth Outline Level</a:t>
            </a:r>
            <a:endParaRPr lang="en-GB"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GB" sz="2000" b="0" u="none" strike="noStrike">
                <a:solidFill>
                  <a:schemeClr val="dk1"/>
                </a:solidFill>
                <a:effectLst/>
                <a:uFillTx/>
                <a:latin typeface="Aptos"/>
              </a:rPr>
              <a:t>Fifth Outline Level</a:t>
            </a:r>
            <a:endParaRPr lang="en-GB"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GB" sz="2000" b="0" u="none" strike="noStrike">
                <a:solidFill>
                  <a:schemeClr val="dk1"/>
                </a:solidFill>
                <a:effectLst/>
                <a:uFillTx/>
                <a:latin typeface="Aptos"/>
              </a:rPr>
              <a:t>Sixth Outline Level</a:t>
            </a:r>
            <a:endParaRPr lang="en-GB"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GB" sz="2000" b="0" u="none" strike="noStrike">
                <a:solidFill>
                  <a:schemeClr val="dk1"/>
                </a:solidFill>
                <a:effectLst/>
                <a:uFillTx/>
                <a:latin typeface="Aptos"/>
              </a:rPr>
              <a:t>Seventh Outline Level</a:t>
            </a:r>
            <a:endParaRPr lang="en-GB" sz="20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GB" sz="4400" b="0" u="none" strike="noStrike">
                <a:solidFill>
                  <a:schemeClr val="dk1"/>
                </a:solidFill>
                <a:effectLst/>
                <a:uFillTx/>
                <a:latin typeface="Aptos Display"/>
              </a:rPr>
              <a:t>Click to edit Master title style</a:t>
            </a:r>
            <a:endParaRPr lang="en-GB" sz="4400" b="0" u="none" strike="noStrike">
              <a:solidFill>
                <a:srgbClr val="000000"/>
              </a:solidFill>
              <a:effectLst/>
              <a:uFillTx/>
              <a:latin typeface="Arial"/>
            </a:endParaRPr>
          </a:p>
        </p:txBody>
      </p:sp>
      <p:sp>
        <p:nvSpPr>
          <p:cNvPr id="41" name="PlaceHolder 2"/>
          <p:cNvSpPr>
            <a:spLocks noGrp="1"/>
          </p:cNvSpPr>
          <p:nvPr>
            <p:ph type="body"/>
          </p:nvPr>
        </p:nvSpPr>
        <p:spPr>
          <a:xfrm>
            <a:off x="838080" y="1825560"/>
            <a:ext cx="10514520" cy="435024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42" name="PlaceHolder 3"/>
          <p:cNvSpPr>
            <a:spLocks noGrp="1"/>
          </p:cNvSpPr>
          <p:nvPr>
            <p:ph type="dt" idx="22"/>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&lt;date/time&gt;</a:t>
            </a:r>
            <a:endParaRPr lang="en-GB" sz="1200" b="0" u="none" strike="noStrike">
              <a:solidFill>
                <a:srgbClr val="000000"/>
              </a:solidFill>
              <a:effectLst/>
              <a:uFillTx/>
              <a:latin typeface="Times New Roman"/>
            </a:endParaRPr>
          </a:p>
        </p:txBody>
      </p:sp>
      <p:sp>
        <p:nvSpPr>
          <p:cNvPr id="43" name="PlaceHolder 4"/>
          <p:cNvSpPr>
            <a:spLocks noGrp="1"/>
          </p:cNvSpPr>
          <p:nvPr>
            <p:ph type="ftr" idx="2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4" name="PlaceHolder 5"/>
          <p:cNvSpPr>
            <a:spLocks noGrp="1"/>
          </p:cNvSpPr>
          <p:nvPr>
            <p:ph type="sldNum" idx="24"/>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69F7F17A-D0D5-438A-A4AF-8511E35650C9}" type="slidenum">
              <a:rPr lang="en-GB" sz="1200" b="0" u="none" strike="noStrike">
                <a:solidFill>
                  <a:schemeClr val="dk1">
                    <a:tint val="82000"/>
                  </a:schemeClr>
                </a:solidFill>
                <a:effectLst/>
                <a:uFillTx/>
                <a:latin typeface="Aptos"/>
              </a:rPr>
              <a:t>&lt;number&gt;</a:t>
            </a:fld>
            <a:endParaRPr lang="en-GB"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8724960" y="365040"/>
            <a:ext cx="2628000" cy="5810760"/>
          </a:xfrm>
          <a:prstGeom prst="rect">
            <a:avLst/>
          </a:prstGeom>
          <a:noFill/>
          <a:ln w="0">
            <a:noFill/>
          </a:ln>
        </p:spPr>
        <p:txBody>
          <a:bodyPr lIns="91440" rIns="91440" tIns="45720" bIns="45720" anchor="ctr" vert="eaVert">
            <a:noAutofit/>
          </a:bodyPr>
          <a:p>
            <a:pPr indent="0" defTabSz="914400">
              <a:lnSpc>
                <a:spcPct val="90000"/>
              </a:lnSpc>
              <a:buNone/>
              <a:tabLst>
                <a:tab algn="l" pos="0"/>
              </a:tabLst>
            </a:pPr>
            <a:r>
              <a:rPr lang="en-GB" sz="4400" b="0" u="none" strike="noStrike">
                <a:solidFill>
                  <a:schemeClr val="dk1"/>
                </a:solidFill>
                <a:effectLst/>
                <a:uFillTx/>
                <a:latin typeface="Aptos Display"/>
              </a:rPr>
              <a:t>Click to edit Master title style</a:t>
            </a:r>
            <a:endParaRPr lang="en-GB" sz="4400" b="0" u="none" strike="noStrike">
              <a:solidFill>
                <a:srgbClr val="000000"/>
              </a:solidFill>
              <a:effectLst/>
              <a:uFillTx/>
              <a:latin typeface="Arial"/>
            </a:endParaRPr>
          </a:p>
        </p:txBody>
      </p:sp>
      <p:sp>
        <p:nvSpPr>
          <p:cNvPr id="46" name="PlaceHolder 2"/>
          <p:cNvSpPr>
            <a:spLocks noGrp="1"/>
          </p:cNvSpPr>
          <p:nvPr>
            <p:ph type="body"/>
          </p:nvPr>
        </p:nvSpPr>
        <p:spPr>
          <a:xfrm>
            <a:off x="838080" y="365040"/>
            <a:ext cx="7733160" cy="58107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47" name="PlaceHolder 3"/>
          <p:cNvSpPr>
            <a:spLocks noGrp="1"/>
          </p:cNvSpPr>
          <p:nvPr>
            <p:ph type="dt" idx="25"/>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&lt;date/time&gt;</a:t>
            </a:r>
            <a:endParaRPr lang="en-GB" sz="1200" b="0" u="none" strike="noStrike">
              <a:solidFill>
                <a:srgbClr val="000000"/>
              </a:solidFill>
              <a:effectLst/>
              <a:uFillTx/>
              <a:latin typeface="Times New Roman"/>
            </a:endParaRPr>
          </a:p>
        </p:txBody>
      </p:sp>
      <p:sp>
        <p:nvSpPr>
          <p:cNvPr id="48" name="PlaceHolder 4"/>
          <p:cNvSpPr>
            <a:spLocks noGrp="1"/>
          </p:cNvSpPr>
          <p:nvPr>
            <p:ph type="ftr" idx="2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49" name="PlaceHolder 5"/>
          <p:cNvSpPr>
            <a:spLocks noGrp="1"/>
          </p:cNvSpPr>
          <p:nvPr>
            <p:ph type="sldNum" idx="27"/>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97B16209-EB0F-4E2E-B959-3C47DA4A7D08}" type="slidenum">
              <a:rPr lang="en-GB" sz="1200" b="0" u="none" strike="noStrike">
                <a:solidFill>
                  <a:schemeClr val="dk1">
                    <a:tint val="82000"/>
                  </a:schemeClr>
                </a:solidFill>
                <a:effectLst/>
                <a:uFillTx/>
                <a:latin typeface="Aptos"/>
              </a:rPr>
              <a:t>&lt;number&gt;</a:t>
            </a:fld>
            <a:endParaRPr lang="en-GB"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452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GB" sz="4400" b="0" u="none" strike="noStrike">
                <a:solidFill>
                  <a:schemeClr val="dk1"/>
                </a:solidFill>
                <a:effectLst/>
                <a:uFillTx/>
                <a:latin typeface="Aptos Display"/>
              </a:rPr>
              <a:t>Click to edit Master title style</a:t>
            </a:r>
            <a:endParaRPr lang="en-GB" sz="4400" b="0" u="none" strike="noStrike">
              <a:solidFill>
                <a:srgbClr val="000000"/>
              </a:solidFill>
              <a:effectLst/>
              <a:uFillTx/>
              <a:latin typeface="Arial"/>
            </a:endParaRPr>
          </a:p>
        </p:txBody>
      </p:sp>
      <p:sp>
        <p:nvSpPr>
          <p:cNvPr id="51" name="PlaceHolder 2"/>
          <p:cNvSpPr>
            <a:spLocks noGrp="1"/>
          </p:cNvSpPr>
          <p:nvPr>
            <p:ph type="body"/>
          </p:nvPr>
        </p:nvSpPr>
        <p:spPr>
          <a:xfrm>
            <a:off x="838080" y="1825560"/>
            <a:ext cx="10514520" cy="4350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GB" sz="2800" b="0" u="none" strike="noStrike">
                <a:solidFill>
                  <a:schemeClr val="dk1"/>
                </a:solidFill>
                <a:effectLst/>
                <a:uFillTx/>
                <a:latin typeface="Aptos"/>
              </a:rPr>
              <a:t>Click to edit Master text styles</a:t>
            </a:r>
            <a:endParaRPr lang="en-GB" sz="2800" b="0" u="none" strike="noStrike">
              <a:solidFill>
                <a:srgbClr val="000000"/>
              </a:solidFill>
              <a:effectLst/>
              <a:uFillTx/>
              <a:latin typeface="Arial"/>
            </a:endParaRPr>
          </a:p>
          <a:p>
            <a:pPr marL="685800" lvl="1" indent="-228600" defTabSz="914400">
              <a:lnSpc>
                <a:spcPct val="90000"/>
              </a:lnSpc>
              <a:spcBef>
                <a:spcPts val="499"/>
              </a:spcBef>
              <a:buClr>
                <a:srgbClr val="000000"/>
              </a:buClr>
              <a:buFont typeface="Arial"/>
              <a:buChar char="•"/>
            </a:pPr>
            <a:r>
              <a:rPr lang="en-GB" sz="2400" b="0" u="none" strike="noStrike">
                <a:solidFill>
                  <a:schemeClr val="dk1"/>
                </a:solidFill>
                <a:effectLst/>
                <a:uFillTx/>
                <a:latin typeface="Aptos"/>
              </a:rPr>
              <a:t>Second level</a:t>
            </a:r>
            <a:endParaRPr lang="en-GB" sz="2400" b="0" u="none" strike="noStrike">
              <a:solidFill>
                <a:srgbClr val="000000"/>
              </a:solidFill>
              <a:effectLst/>
              <a:uFillTx/>
              <a:latin typeface="Arial"/>
            </a:endParaRPr>
          </a:p>
          <a:p>
            <a:pPr marL="1143000" lvl="2" indent="-228600" defTabSz="914400">
              <a:lnSpc>
                <a:spcPct val="90000"/>
              </a:lnSpc>
              <a:spcBef>
                <a:spcPts val="499"/>
              </a:spcBef>
              <a:buClr>
                <a:srgbClr val="000000"/>
              </a:buClr>
              <a:buFont typeface="Arial"/>
              <a:buChar char="•"/>
            </a:pPr>
            <a:r>
              <a:rPr lang="en-GB" sz="2000" b="0" u="none" strike="noStrike">
                <a:solidFill>
                  <a:schemeClr val="dk1"/>
                </a:solidFill>
                <a:effectLst/>
                <a:uFillTx/>
                <a:latin typeface="Aptos"/>
              </a:rPr>
              <a:t>Third level</a:t>
            </a:r>
            <a:endParaRPr lang="en-GB" sz="2000" b="0" u="none" strike="noStrike">
              <a:solidFill>
                <a:srgbClr val="000000"/>
              </a:solidFill>
              <a:effectLst/>
              <a:uFillTx/>
              <a:latin typeface="Arial"/>
            </a:endParaRPr>
          </a:p>
          <a:p>
            <a:pPr marL="1600200" lvl="3"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Fourth level</a:t>
            </a:r>
            <a:endParaRPr lang="en-GB" sz="1800" b="0" u="none" strike="noStrike">
              <a:solidFill>
                <a:srgbClr val="000000"/>
              </a:solidFill>
              <a:effectLst/>
              <a:uFillTx/>
              <a:latin typeface="Arial"/>
            </a:endParaRPr>
          </a:p>
          <a:p>
            <a:pPr marL="2057400" lvl="4" indent="-228600" defTabSz="914400">
              <a:lnSpc>
                <a:spcPct val="90000"/>
              </a:lnSpc>
              <a:spcBef>
                <a:spcPts val="499"/>
              </a:spcBef>
              <a:buClr>
                <a:srgbClr val="000000"/>
              </a:buClr>
              <a:buFont typeface="Arial"/>
              <a:buChar char="•"/>
            </a:pPr>
            <a:r>
              <a:rPr lang="en-GB" sz="1800" b="0" u="none" strike="noStrike">
                <a:solidFill>
                  <a:schemeClr val="dk1"/>
                </a:solidFill>
                <a:effectLst/>
                <a:uFillTx/>
                <a:latin typeface="Aptos"/>
              </a:rPr>
              <a:t>Fifth level</a:t>
            </a:r>
            <a:endParaRPr lang="en-GB" sz="1800" b="0" u="none" strike="noStrike">
              <a:solidFill>
                <a:srgbClr val="000000"/>
              </a:solidFill>
              <a:effectLst/>
              <a:uFillTx/>
              <a:latin typeface="Arial"/>
            </a:endParaRPr>
          </a:p>
        </p:txBody>
      </p:sp>
      <p:sp>
        <p:nvSpPr>
          <p:cNvPr id="52" name="PlaceHolder 3"/>
          <p:cNvSpPr>
            <a:spLocks noGrp="1"/>
          </p:cNvSpPr>
          <p:nvPr>
            <p:ph type="dt" idx="28"/>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&lt;date/time&gt;</a:t>
            </a:r>
            <a:endParaRPr lang="en-GB" sz="1200" b="0" u="none" strike="noStrike">
              <a:solidFill>
                <a:srgbClr val="000000"/>
              </a:solidFill>
              <a:effectLst/>
              <a:uFillTx/>
              <a:latin typeface="Times New Roman"/>
            </a:endParaRPr>
          </a:p>
        </p:txBody>
      </p:sp>
      <p:sp>
        <p:nvSpPr>
          <p:cNvPr id="53" name="PlaceHolder 4"/>
          <p:cNvSpPr>
            <a:spLocks noGrp="1"/>
          </p:cNvSpPr>
          <p:nvPr>
            <p:ph type="ftr" idx="29"/>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4" name="PlaceHolder 5"/>
          <p:cNvSpPr>
            <a:spLocks noGrp="1"/>
          </p:cNvSpPr>
          <p:nvPr>
            <p:ph type="sldNum" idx="30"/>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11CB7931-ABB0-4785-A7B6-0A578357D22D}" type="slidenum">
              <a:rPr lang="en-GB" sz="1200" b="0" u="none" strike="noStrike">
                <a:solidFill>
                  <a:schemeClr val="dk1">
                    <a:tint val="82000"/>
                  </a:schemeClr>
                </a:solidFill>
                <a:effectLst/>
                <a:uFillTx/>
                <a:latin typeface="Aptos"/>
              </a:rPr>
              <a:t>&lt;number&gt;</a:t>
            </a:fld>
            <a:endParaRPr lang="en-GB"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4520" cy="2851560"/>
          </a:xfrm>
          <a:prstGeom prst="rect">
            <a:avLst/>
          </a:prstGeom>
          <a:noFill/>
          <a:ln w="0">
            <a:noFill/>
          </a:ln>
        </p:spPr>
        <p:txBody>
          <a:bodyPr lIns="91440" rIns="91440" tIns="45720" bIns="45720" anchor="b">
            <a:noAutofit/>
          </a:bodyPr>
          <a:p>
            <a:pPr indent="0" defTabSz="914400">
              <a:lnSpc>
                <a:spcPct val="90000"/>
              </a:lnSpc>
              <a:buNone/>
              <a:tabLst>
                <a:tab algn="l" pos="0"/>
              </a:tabLst>
            </a:pPr>
            <a:r>
              <a:rPr lang="en-GB" sz="6000" b="0" u="none" strike="noStrike">
                <a:solidFill>
                  <a:schemeClr val="dk1"/>
                </a:solidFill>
                <a:effectLst/>
                <a:uFillTx/>
                <a:latin typeface="Aptos Display"/>
              </a:rPr>
              <a:t>Click to edit Master title style</a:t>
            </a:r>
            <a:endParaRPr lang="en-GB" sz="6000" b="0" u="none" strike="noStrike">
              <a:solidFill>
                <a:srgbClr val="000000"/>
              </a:solidFill>
              <a:effectLst/>
              <a:uFillTx/>
              <a:latin typeface="Arial"/>
            </a:endParaRPr>
          </a:p>
        </p:txBody>
      </p:sp>
      <p:sp>
        <p:nvSpPr>
          <p:cNvPr id="56" name="PlaceHolder 2"/>
          <p:cNvSpPr>
            <a:spLocks noGrp="1"/>
          </p:cNvSpPr>
          <p:nvPr>
            <p:ph type="body"/>
          </p:nvPr>
        </p:nvSpPr>
        <p:spPr>
          <a:xfrm>
            <a:off x="831960" y="4589640"/>
            <a:ext cx="10514520" cy="149904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GB" sz="2400" b="0" u="none" strike="noStrike">
                <a:solidFill>
                  <a:schemeClr val="dk1">
                    <a:tint val="82000"/>
                  </a:schemeClr>
                </a:solidFill>
                <a:effectLst/>
                <a:uFillTx/>
                <a:latin typeface="Aptos"/>
              </a:rPr>
              <a:t>Click to edit Master text styles</a:t>
            </a:r>
            <a:endParaRPr lang="en-GB" sz="2400" b="0" u="none" strike="noStrike">
              <a:solidFill>
                <a:srgbClr val="000000"/>
              </a:solidFill>
              <a:effectLst/>
              <a:uFillTx/>
              <a:latin typeface="Arial"/>
            </a:endParaRPr>
          </a:p>
        </p:txBody>
      </p:sp>
      <p:sp>
        <p:nvSpPr>
          <p:cNvPr id="57" name="PlaceHolder 3"/>
          <p:cNvSpPr>
            <a:spLocks noGrp="1"/>
          </p:cNvSpPr>
          <p:nvPr>
            <p:ph type="dt" idx="31"/>
          </p:nvPr>
        </p:nvSpPr>
        <p:spPr>
          <a:xfrm>
            <a:off x="83808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defTabSz="914400">
              <a:lnSpc>
                <a:spcPct val="100000"/>
              </a:lnSpc>
              <a:buNone/>
              <a:tabLst>
                <a:tab algn="l" pos="0"/>
              </a:tabLst>
            </a:pPr>
            <a:r>
              <a:rPr lang="en-GB" sz="1200" b="0" u="none" strike="noStrike">
                <a:solidFill>
                  <a:schemeClr val="dk1">
                    <a:tint val="82000"/>
                  </a:schemeClr>
                </a:solidFill>
                <a:effectLst/>
                <a:uFillTx/>
                <a:latin typeface="Aptos"/>
              </a:rPr>
              <a:t>&lt;date/time&gt;</a:t>
            </a:r>
            <a:endParaRPr lang="en-GB" sz="1200" b="0" u="none" strike="noStrike">
              <a:solidFill>
                <a:srgbClr val="000000"/>
              </a:solidFill>
              <a:effectLst/>
              <a:uFillTx/>
              <a:latin typeface="Times New Roman"/>
            </a:endParaRPr>
          </a:p>
        </p:txBody>
      </p:sp>
      <p:sp>
        <p:nvSpPr>
          <p:cNvPr id="58" name="PlaceHolder 4"/>
          <p:cNvSpPr>
            <a:spLocks noGrp="1"/>
          </p:cNvSpPr>
          <p:nvPr>
            <p:ph type="ftr" idx="32"/>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GB" sz="1400" b="0" u="none" strike="noStrike">
                <a:solidFill>
                  <a:srgbClr val="000000"/>
                </a:solidFill>
                <a:effectLst/>
                <a:uFillTx/>
                <a:latin typeface="Times New Roman"/>
              </a:defRPr>
            </a:lvl1pPr>
          </a:lstStyle>
          <a:p>
            <a:pPr indent="0" algn="ctr">
              <a:lnSpc>
                <a:spcPct val="100000"/>
              </a:lnSpc>
              <a:buNone/>
              <a:tabLst>
                <a:tab algn="l" pos="0"/>
              </a:tabLst>
            </a:pPr>
            <a:r>
              <a:rPr lang="en-GB" sz="1400" b="0" u="none" strike="noStrike">
                <a:solidFill>
                  <a:srgbClr val="000000"/>
                </a:solidFill>
                <a:effectLst/>
                <a:uFillTx/>
                <a:latin typeface="Times New Roman"/>
              </a:rPr>
              <a:t>&lt;footer&gt;</a:t>
            </a:r>
            <a:endParaRPr lang="en-GB" sz="1400" b="0" u="none" strike="noStrike">
              <a:solidFill>
                <a:srgbClr val="000000"/>
              </a:solidFill>
              <a:effectLst/>
              <a:uFillTx/>
              <a:latin typeface="Times New Roman"/>
            </a:endParaRPr>
          </a:p>
        </p:txBody>
      </p:sp>
      <p:sp>
        <p:nvSpPr>
          <p:cNvPr id="59" name="PlaceHolder 5"/>
          <p:cNvSpPr>
            <a:spLocks noGrp="1"/>
          </p:cNvSpPr>
          <p:nvPr>
            <p:ph type="sldNum" idx="33"/>
          </p:nvPr>
        </p:nvSpPr>
        <p:spPr>
          <a:xfrm>
            <a:off x="861048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n-GB" sz="1200" b="0" u="none" strike="noStrike">
                <a:solidFill>
                  <a:schemeClr val="dk1">
                    <a:tint val="82000"/>
                  </a:schemeClr>
                </a:solidFill>
                <a:effectLst/>
                <a:uFillTx/>
                <a:latin typeface="Aptos"/>
              </a:defRPr>
            </a:lvl1pPr>
          </a:lstStyle>
          <a:p>
            <a:pPr indent="0" algn="r" defTabSz="914400">
              <a:lnSpc>
                <a:spcPct val="100000"/>
              </a:lnSpc>
              <a:buNone/>
              <a:tabLst>
                <a:tab algn="l" pos="0"/>
              </a:tabLst>
            </a:pPr>
            <a:fld id="{F6FD636F-7EFA-457E-9DD7-8A9E04433B2D}" type="slidenum">
              <a:rPr lang="en-GB" sz="1200" b="0" u="none" strike="noStrike">
                <a:solidFill>
                  <a:schemeClr val="dk1">
                    <a:tint val="82000"/>
                  </a:schemeClr>
                </a:solidFill>
                <a:effectLst/>
                <a:uFillTx/>
                <a:latin typeface="Aptos"/>
              </a:rPr>
              <a:t>&lt;number&gt;</a:t>
            </a:fld>
            <a:endParaRPr lang="en-GB"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0.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slideLayout" Target="../slideLayouts/slideLayout10.xml"/>
</Relationships>
</file>

<file path=ppt/slides/_rels/slide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slideLayout" Target="../slideLayouts/slideLayout10.xml"/>
</Relationships>
</file>

<file path=ppt/slides/_rels/slide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0.xml"/>
</Relationships>
</file>

<file path=ppt/slides/_rels/slide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slideLayout" Target="../slideLayouts/slideLayout1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23880" y="1122480"/>
            <a:ext cx="9142920" cy="23864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GB" sz="6000" b="0" u="none" strike="noStrike">
                <a:solidFill>
                  <a:schemeClr val="dk1"/>
                </a:solidFill>
                <a:effectLst/>
                <a:uFillTx/>
                <a:latin typeface="Aptos Display"/>
              </a:rPr>
              <a:t>CSC1034 – Individual web Reference Guide</a:t>
            </a:r>
            <a:endParaRPr lang="en-GB" sz="6000" b="0" u="none" strike="noStrike">
              <a:solidFill>
                <a:srgbClr val="000000"/>
              </a:solidFill>
              <a:effectLst/>
              <a:uFillTx/>
              <a:latin typeface="Arial"/>
            </a:endParaRPr>
          </a:p>
        </p:txBody>
      </p:sp>
      <p:sp>
        <p:nvSpPr>
          <p:cNvPr id="61" name="PlaceHolder 2"/>
          <p:cNvSpPr>
            <a:spLocks noGrp="1"/>
          </p:cNvSpPr>
          <p:nvPr>
            <p:ph type="subTitle"/>
          </p:nvPr>
        </p:nvSpPr>
        <p:spPr>
          <a:xfrm>
            <a:off x="1523880" y="3602160"/>
            <a:ext cx="9142920" cy="165456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n-GB" sz="2400" b="0" u="none" strike="noStrike">
                <a:solidFill>
                  <a:schemeClr val="dk1"/>
                </a:solidFill>
                <a:effectLst/>
                <a:uFillTx/>
                <a:latin typeface="Aptos"/>
              </a:rPr>
              <a:t>By Jack Magee-Tollerton</a:t>
            </a:r>
            <a:endParaRPr lang="en-GB" sz="2400" b="0" u="none" strike="noStrike">
              <a:solidFill>
                <a:srgbClr val="000000"/>
              </a:solidFill>
              <a:effectLst/>
              <a:uFillTx/>
              <a:latin typeface="Arial"/>
            </a:endParaRPr>
          </a:p>
          <a:p>
            <a:pPr indent="0" algn="ctr" defTabSz="914400">
              <a:lnSpc>
                <a:spcPct val="90000"/>
              </a:lnSpc>
              <a:spcBef>
                <a:spcPts val="1001"/>
              </a:spcBef>
              <a:buNone/>
              <a:tabLst>
                <a:tab algn="l" pos="0"/>
              </a:tabLst>
            </a:pPr>
            <a:r>
              <a:rPr lang="en-GB" sz="2400" b="0" u="none" strike="noStrike">
                <a:solidFill>
                  <a:schemeClr val="dk1"/>
                </a:solidFill>
                <a:effectLst/>
                <a:uFillTx/>
                <a:latin typeface="Aptos"/>
              </a:rPr>
              <a:t>Student Num: 40482879</a:t>
            </a:r>
            <a:endParaRPr lang="en-GB" sz="2400" b="0" u="none" strike="noStrike">
              <a:solidFill>
                <a:srgbClr val="000000"/>
              </a:solidFill>
              <a:effectLst/>
              <a:uFillTx/>
              <a:latin typeface="Arial"/>
            </a:endParaRPr>
          </a:p>
          <a:p>
            <a:pPr indent="0" algn="ctr" defTabSz="914400">
              <a:lnSpc>
                <a:spcPct val="90000"/>
              </a:lnSpc>
              <a:spcBef>
                <a:spcPts val="1001"/>
              </a:spcBef>
              <a:buNone/>
              <a:tabLst>
                <a:tab algn="l" pos="0"/>
              </a:tabLst>
            </a:pPr>
            <a:r>
              <a:rPr lang="en-GB" sz="2400" b="0" u="none" strike="noStrike">
                <a:solidFill>
                  <a:schemeClr val="dk1"/>
                </a:solidFill>
                <a:effectLst/>
                <a:uFillTx/>
                <a:latin typeface="Aptos"/>
              </a:rPr>
              <a:t>Group: 27</a:t>
            </a:r>
            <a:endParaRPr lang="en-GB"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4520" cy="50796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en-GB" sz="2800" b="0" u="none" strike="noStrike">
                <a:solidFill>
                  <a:schemeClr val="dk1"/>
                </a:solidFill>
                <a:effectLst/>
                <a:uFillTx/>
                <a:latin typeface="Aptos Display"/>
              </a:rPr>
              <a:t>My Contributions</a:t>
            </a:r>
            <a:endParaRPr lang="en-GB" sz="2800" b="0" u="none" strike="noStrike">
              <a:solidFill>
                <a:srgbClr val="000000"/>
              </a:solidFill>
              <a:effectLst/>
              <a:uFillTx/>
              <a:latin typeface="Arial"/>
            </a:endParaRPr>
          </a:p>
        </p:txBody>
      </p:sp>
      <p:sp>
        <p:nvSpPr>
          <p:cNvPr id="63" name="PlaceHolder 2"/>
          <p:cNvSpPr>
            <a:spLocks noGrp="1"/>
          </p:cNvSpPr>
          <p:nvPr>
            <p:ph/>
          </p:nvPr>
        </p:nvSpPr>
        <p:spPr>
          <a:xfrm>
            <a:off x="838080" y="1072800"/>
            <a:ext cx="10514520" cy="5103360"/>
          </a:xfrm>
          <a:prstGeom prst="rect">
            <a:avLst/>
          </a:prstGeom>
          <a:noFill/>
          <a:ln w="0">
            <a:noFill/>
          </a:ln>
        </p:spPr>
        <p:txBody>
          <a:bodyPr lIns="91440" rIns="91440" tIns="45720" bIns="45720" anchor="t">
            <a:normAutofit lnSpcReduction="9999"/>
          </a:bodyPr>
          <a:p>
            <a:pPr indent="0" defTabSz="914400">
              <a:lnSpc>
                <a:spcPct val="90000"/>
              </a:lnSpc>
              <a:spcBef>
                <a:spcPts val="1001"/>
              </a:spcBef>
              <a:buNone/>
              <a:tabLst>
                <a:tab algn="l" pos="0"/>
              </a:tabLst>
            </a:pPr>
            <a:r>
              <a:rPr lang="en-GB" sz="1400" b="0" u="none" strike="noStrike">
                <a:solidFill>
                  <a:schemeClr val="dk1"/>
                </a:solidFill>
                <a:effectLst/>
                <a:uFillTx/>
                <a:latin typeface="Aptos"/>
              </a:rPr>
              <a:t>Reports:</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Report 4 (Average marks with or without assistance)</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Report 5 (Find an individual student report)</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Report 6 (Find a selected Class-Grade test)</a:t>
            </a:r>
            <a:endParaRPr lang="en-GB" sz="1400" b="0" u="none" strike="noStrike">
              <a:solidFill>
                <a:srgbClr val="000000"/>
              </a:solidFill>
              <a:effectLst/>
              <a:uFillTx/>
              <a:latin typeface="Arial"/>
            </a:endParaRPr>
          </a:p>
          <a:p>
            <a:pPr indent="0" defTabSz="914400">
              <a:lnSpc>
                <a:spcPct val="90000"/>
              </a:lnSpc>
              <a:spcBef>
                <a:spcPts val="1001"/>
              </a:spcBef>
              <a:buNone/>
              <a:tabLst>
                <a:tab algn="l" pos="0"/>
              </a:tabLst>
            </a:pPr>
            <a:r>
              <a:rPr lang="en-GB" sz="1400" b="0" u="none" strike="noStrike">
                <a:solidFill>
                  <a:schemeClr val="dk1"/>
                </a:solidFill>
                <a:effectLst/>
                <a:uFillTx/>
                <a:latin typeface="Aptos"/>
              </a:rPr>
              <a:t>Supporting contributions / functions I made:</a:t>
            </a:r>
            <a:endParaRPr lang="en-GB" sz="1400" b="0" u="none" strike="noStrike">
              <a:solidFill>
                <a:srgbClr val="000000"/>
              </a:solidFill>
              <a:effectLst/>
              <a:uFillTx/>
              <a:latin typeface="Arial"/>
            </a:endParaRPr>
          </a:p>
          <a:p>
            <a:pPr marL="285840" indent="-285840" defTabSz="914400">
              <a:lnSpc>
                <a:spcPct val="90000"/>
              </a:lnSpc>
              <a:spcBef>
                <a:spcPts val="1001"/>
              </a:spcBef>
              <a:buClr>
                <a:srgbClr val="000000"/>
              </a:buClr>
              <a:buFont typeface="Arial"/>
              <a:buChar char="•"/>
              <a:tabLst>
                <a:tab algn="l" pos="0"/>
              </a:tabLst>
            </a:pPr>
            <a:r>
              <a:rPr lang="en-GB" sz="1400" b="0" u="none" strike="noStrike">
                <a:solidFill>
                  <a:srgbClr val="000000"/>
                </a:solidFill>
                <a:effectLst/>
                <a:uFillTx/>
                <a:latin typeface="Aptos"/>
              </a:rPr>
              <a:t>getAverageMarksOfAssistanceAndNonAssistance</a:t>
            </a:r>
            <a:endParaRPr lang="en-GB" sz="1400" b="0" u="none" strike="noStrike">
              <a:solidFill>
                <a:srgbClr val="000000"/>
              </a:solidFill>
              <a:effectLst/>
              <a:uFillTx/>
              <a:latin typeface="Arial"/>
            </a:endParaRPr>
          </a:p>
          <a:p>
            <a:pPr marL="285840" indent="-285840" defTabSz="914400">
              <a:lnSpc>
                <a:spcPct val="90000"/>
              </a:lnSpc>
              <a:spcBef>
                <a:spcPts val="1001"/>
              </a:spcBef>
              <a:buClr>
                <a:srgbClr val="000000"/>
              </a:buClr>
              <a:buFont typeface="Arial"/>
              <a:buChar char="•"/>
              <a:tabLst>
                <a:tab algn="l" pos="0"/>
              </a:tabLst>
            </a:pPr>
            <a:r>
              <a:rPr lang="en-GB" sz="1400" b="0" u="none" strike="noStrike">
                <a:solidFill>
                  <a:srgbClr val="000000"/>
                </a:solidFill>
                <a:effectLst/>
                <a:uFillTx/>
                <a:latin typeface="Aptos"/>
              </a:rPr>
              <a:t>getStudentsWithAssistance</a:t>
            </a:r>
            <a:endParaRPr lang="en-GB" sz="1400" b="0" u="none" strike="noStrike">
              <a:solidFill>
                <a:srgbClr val="000000"/>
              </a:solidFill>
              <a:effectLst/>
              <a:uFillTx/>
              <a:latin typeface="Arial"/>
            </a:endParaRPr>
          </a:p>
          <a:p>
            <a:pPr marL="285840" indent="-285840" defTabSz="914400">
              <a:lnSpc>
                <a:spcPct val="90000"/>
              </a:lnSpc>
              <a:spcBef>
                <a:spcPts val="1001"/>
              </a:spcBef>
              <a:buClr>
                <a:srgbClr val="000000"/>
              </a:buClr>
              <a:buFont typeface="Arial"/>
              <a:buChar char="•"/>
              <a:tabLst>
                <a:tab algn="l" pos="0"/>
              </a:tabLst>
            </a:pPr>
            <a:r>
              <a:rPr lang="en-GB" sz="1400" b="0" u="none" strike="noStrike">
                <a:solidFill>
                  <a:srgbClr val="000000"/>
                </a:solidFill>
                <a:effectLst/>
                <a:uFillTx/>
                <a:latin typeface="Aptos"/>
              </a:rPr>
              <a:t>getStudentsWithoutAssistance</a:t>
            </a:r>
            <a:endParaRPr lang="en-GB" sz="1400" b="0" u="none" strike="noStrike">
              <a:solidFill>
                <a:srgbClr val="000000"/>
              </a:solidFill>
              <a:effectLst/>
              <a:uFillTx/>
              <a:latin typeface="Arial"/>
            </a:endParaRPr>
          </a:p>
          <a:p>
            <a:pPr marL="285840" indent="-285840" defTabSz="914400">
              <a:lnSpc>
                <a:spcPct val="90000"/>
              </a:lnSpc>
              <a:spcBef>
                <a:spcPts val="1001"/>
              </a:spcBef>
              <a:buClr>
                <a:srgbClr val="000000"/>
              </a:buClr>
              <a:buFont typeface="Arial"/>
              <a:buChar char="•"/>
              <a:tabLst>
                <a:tab algn="l" pos="0"/>
              </a:tabLst>
            </a:pPr>
            <a:r>
              <a:rPr lang="en-GB" sz="1400" b="0" u="none" strike="noStrike">
                <a:solidFill>
                  <a:srgbClr val="000000"/>
                </a:solidFill>
                <a:effectLst/>
                <a:uFillTx/>
                <a:latin typeface="Aptos"/>
              </a:rPr>
              <a:t>getAllTestResultsForAStudent(Student_ID)</a:t>
            </a:r>
            <a:endParaRPr lang="en-GB" sz="1400" b="0" u="none" strike="noStrike">
              <a:solidFill>
                <a:srgbClr val="000000"/>
              </a:solidFill>
              <a:effectLst/>
              <a:uFillTx/>
              <a:latin typeface="Arial"/>
            </a:endParaRPr>
          </a:p>
          <a:p>
            <a:pPr marL="285840" indent="-285840" defTabSz="914400">
              <a:lnSpc>
                <a:spcPct val="90000"/>
              </a:lnSpc>
              <a:spcBef>
                <a:spcPts val="1001"/>
              </a:spcBef>
              <a:buClr>
                <a:srgbClr val="000000"/>
              </a:buClr>
              <a:buFont typeface="Arial"/>
              <a:buChar char="•"/>
              <a:tabLst>
                <a:tab algn="l" pos="0"/>
              </a:tabLst>
            </a:pPr>
            <a:r>
              <a:rPr lang="en-GB" sz="1400" b="0" u="none" strike="noStrike">
                <a:solidFill>
                  <a:srgbClr val="000000"/>
                </a:solidFill>
                <a:effectLst/>
                <a:uFillTx/>
                <a:latin typeface="Aptos"/>
              </a:rPr>
              <a:t>getStudentTestsDataBasedOnAClass(Class_ID)</a:t>
            </a:r>
            <a:endParaRPr lang="en-GB" sz="1400" b="0" u="none" strike="noStrike">
              <a:solidFill>
                <a:srgbClr val="000000"/>
              </a:solidFill>
              <a:effectLst/>
              <a:uFillTx/>
              <a:latin typeface="Arial"/>
            </a:endParaRPr>
          </a:p>
          <a:p>
            <a:pPr marL="285840" indent="-28584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GetAllStudents</a:t>
            </a:r>
            <a:endParaRPr lang="en-GB" sz="1400" b="0" u="none" strike="noStrike">
              <a:solidFill>
                <a:srgbClr val="000000"/>
              </a:solidFill>
              <a:effectLst/>
              <a:uFillTx/>
              <a:latin typeface="Arial"/>
            </a:endParaRPr>
          </a:p>
          <a:p>
            <a:pPr indent="0" defTabSz="914400">
              <a:lnSpc>
                <a:spcPct val="90000"/>
              </a:lnSpc>
              <a:spcBef>
                <a:spcPts val="1001"/>
              </a:spcBef>
              <a:buNone/>
              <a:tabLst>
                <a:tab algn="l" pos="0"/>
              </a:tabLst>
            </a:pPr>
            <a:r>
              <a:rPr lang="en-GB" sz="1400" b="0" u="none" strike="noStrike">
                <a:solidFill>
                  <a:schemeClr val="dk1"/>
                </a:solidFill>
                <a:effectLst/>
                <a:uFillTx/>
                <a:latin typeface="Aptos"/>
              </a:rPr>
              <a:t>Other contributions:</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Search bars for the view and edit forms</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The action of removing a test result and adding a test result, and its validations</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Validations to do with adding a class or editing a class to a student</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Used regex for the phone validations</a:t>
            </a:r>
            <a:endParaRPr lang="en-GB" sz="14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tabLst>
                <a:tab algn="l" pos="0"/>
              </a:tabLst>
            </a:pPr>
            <a:r>
              <a:rPr lang="en-GB" sz="1400" b="0" u="none" strike="noStrike">
                <a:solidFill>
                  <a:schemeClr val="dk1"/>
                </a:solidFill>
                <a:effectLst/>
                <a:uFillTx/>
                <a:latin typeface="Aptos"/>
              </a:rPr>
              <a:t>Also did the ER diagram and the Data dictionary for the database</a:t>
            </a:r>
            <a:endParaRPr lang="en-GB" sz="1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GB" sz="1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GB"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4320"/>
            <a:ext cx="10514520" cy="715680"/>
          </a:xfrm>
          <a:prstGeom prst="rect">
            <a:avLst/>
          </a:prstGeom>
          <a:noFill/>
          <a:ln w="0">
            <a:noFill/>
          </a:ln>
        </p:spPr>
        <p:txBody>
          <a:bodyPr lIns="0" rIns="0" tIns="0" bIns="0" anchor="ctr">
            <a:spAutoFit/>
          </a:bodyPr>
          <a:p>
            <a:pPr indent="0">
              <a:lnSpc>
                <a:spcPct val="100000"/>
              </a:lnSpc>
              <a:buNone/>
              <a:tabLst>
                <a:tab algn="l" pos="0"/>
              </a:tabLst>
            </a:pPr>
            <a:r>
              <a:rPr lang="en-GB" sz="2400" b="0" u="none" strike="noStrike">
                <a:solidFill>
                  <a:schemeClr val="dk1"/>
                </a:solidFill>
                <a:effectLst/>
                <a:uFillTx/>
                <a:latin typeface="Aptos"/>
              </a:rPr>
              <a:t>Feature 1: Search options for edit and viewing students</a:t>
            </a:r>
            <a:endParaRPr lang="en-GB" sz="2400" b="0" u="none" strike="noStrike">
              <a:solidFill>
                <a:srgbClr val="000000"/>
              </a:solidFill>
              <a:effectLst/>
              <a:uFillTx/>
              <a:latin typeface="Arial"/>
            </a:endParaRPr>
          </a:p>
        </p:txBody>
      </p:sp>
      <p:sp>
        <p:nvSpPr>
          <p:cNvPr id="65" name=""/>
          <p:cNvSpPr/>
          <p:nvPr/>
        </p:nvSpPr>
        <p:spPr>
          <a:xfrm>
            <a:off x="4680000" y="1121760"/>
            <a:ext cx="2879280" cy="857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To find a student, go to the search bar, located above the view or edit.</a:t>
            </a:r>
            <a:endParaRPr lang="en-GB" sz="1800" b="0" u="none" strike="noStrike">
              <a:solidFill>
                <a:srgbClr val="000000"/>
              </a:solidFill>
              <a:effectLst/>
              <a:uFillTx/>
              <a:latin typeface="Arial"/>
            </a:endParaRPr>
          </a:p>
        </p:txBody>
      </p:sp>
      <p:pic>
        <p:nvPicPr>
          <p:cNvPr id="66" name=""/>
          <p:cNvPicPr/>
          <p:nvPr/>
        </p:nvPicPr>
        <p:blipFill>
          <a:blip r:embed="rId1"/>
          <a:stretch/>
        </p:blipFill>
        <p:spPr>
          <a:xfrm>
            <a:off x="209160" y="1092960"/>
            <a:ext cx="4290120" cy="2686320"/>
          </a:xfrm>
          <a:prstGeom prst="rect">
            <a:avLst/>
          </a:prstGeom>
          <a:noFill/>
          <a:ln w="0">
            <a:noFill/>
          </a:ln>
        </p:spPr>
      </p:pic>
      <p:sp>
        <p:nvSpPr>
          <p:cNvPr id="67" name=""/>
          <p:cNvSpPr/>
          <p:nvPr/>
        </p:nvSpPr>
        <p:spPr>
          <a:xfrm flipH="1">
            <a:off x="3060000" y="1620000"/>
            <a:ext cx="1620000" cy="5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pic>
        <p:nvPicPr>
          <p:cNvPr id="68" name=""/>
          <p:cNvPicPr/>
          <p:nvPr/>
        </p:nvPicPr>
        <p:blipFill>
          <a:blip r:embed="rId2"/>
          <a:stretch/>
        </p:blipFill>
        <p:spPr>
          <a:xfrm>
            <a:off x="6999480" y="1800000"/>
            <a:ext cx="5059800" cy="1134000"/>
          </a:xfrm>
          <a:prstGeom prst="rect">
            <a:avLst/>
          </a:prstGeom>
          <a:noFill/>
          <a:ln w="0">
            <a:noFill/>
          </a:ln>
        </p:spPr>
      </p:pic>
      <p:sp>
        <p:nvSpPr>
          <p:cNvPr id="69" name=""/>
          <p:cNvSpPr/>
          <p:nvPr/>
        </p:nvSpPr>
        <p:spPr>
          <a:xfrm>
            <a:off x="4500000" y="2340000"/>
            <a:ext cx="2339280" cy="1369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Using the search bar, type in a forename or surname you would like to find:</a:t>
            </a:r>
            <a:endParaRPr lang="en-GB" sz="1800" b="0" u="none" strike="noStrike">
              <a:solidFill>
                <a:srgbClr val="000000"/>
              </a:solidFill>
              <a:effectLst/>
              <a:uFillTx/>
              <a:latin typeface="Arial"/>
            </a:endParaRPr>
          </a:p>
        </p:txBody>
      </p:sp>
      <p:sp>
        <p:nvSpPr>
          <p:cNvPr id="70" name=""/>
          <p:cNvSpPr/>
          <p:nvPr/>
        </p:nvSpPr>
        <p:spPr>
          <a:xfrm flipV="1">
            <a:off x="6660000" y="2700000"/>
            <a:ext cx="1440000" cy="3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pic>
        <p:nvPicPr>
          <p:cNvPr id="71" name=""/>
          <p:cNvPicPr/>
          <p:nvPr/>
        </p:nvPicPr>
        <p:blipFill>
          <a:blip r:embed="rId3"/>
          <a:stretch/>
        </p:blipFill>
        <p:spPr>
          <a:xfrm>
            <a:off x="180000" y="4015800"/>
            <a:ext cx="6611040" cy="2841480"/>
          </a:xfrm>
          <a:prstGeom prst="rect">
            <a:avLst/>
          </a:prstGeom>
          <a:noFill/>
          <a:ln w="0">
            <a:noFill/>
          </a:ln>
        </p:spPr>
      </p:pic>
      <p:sp>
        <p:nvSpPr>
          <p:cNvPr id="72" name=""/>
          <p:cNvSpPr/>
          <p:nvPr/>
        </p:nvSpPr>
        <p:spPr>
          <a:xfrm>
            <a:off x="6840000" y="3240000"/>
            <a:ext cx="4139280" cy="899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As you type, the results will vary based on the in-putted text and the results of that text will be displayed</a:t>
            </a:r>
            <a:endParaRPr lang="en-GB" sz="1800" b="0" u="none" strike="noStrike">
              <a:solidFill>
                <a:srgbClr val="000000"/>
              </a:solidFill>
              <a:effectLst/>
              <a:uFillTx/>
              <a:latin typeface="Arial"/>
            </a:endParaRPr>
          </a:p>
        </p:txBody>
      </p:sp>
      <p:sp>
        <p:nvSpPr>
          <p:cNvPr id="73" name=""/>
          <p:cNvSpPr/>
          <p:nvPr/>
        </p:nvSpPr>
        <p:spPr>
          <a:xfrm flipH="1">
            <a:off x="5220000" y="3960000"/>
            <a:ext cx="1620000" cy="72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pic>
        <p:nvPicPr>
          <p:cNvPr id="74" name=""/>
          <p:cNvPicPr/>
          <p:nvPr/>
        </p:nvPicPr>
        <p:blipFill>
          <a:blip r:embed="rId4"/>
          <a:stretch/>
        </p:blipFill>
        <p:spPr>
          <a:xfrm>
            <a:off x="7020000" y="5234040"/>
            <a:ext cx="4802040" cy="1245240"/>
          </a:xfrm>
          <a:prstGeom prst="rect">
            <a:avLst/>
          </a:prstGeom>
          <a:noFill/>
          <a:ln w="0">
            <a:noFill/>
          </a:ln>
        </p:spPr>
      </p:pic>
      <p:sp>
        <p:nvSpPr>
          <p:cNvPr id="75" name=""/>
          <p:cNvSpPr/>
          <p:nvPr/>
        </p:nvSpPr>
        <p:spPr>
          <a:xfrm>
            <a:off x="7380000" y="4140000"/>
            <a:ext cx="4139280" cy="899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If you search a name of a student who doesn’t exist or hasn’t been added, it will return with “no record found”</a:t>
            </a:r>
            <a:endParaRPr lang="en-GB" sz="1800" b="0" u="none" strike="noStrike">
              <a:solidFill>
                <a:srgbClr val="000000"/>
              </a:solidFill>
              <a:effectLst/>
              <a:uFillTx/>
              <a:latin typeface="Arial"/>
            </a:endParaRPr>
          </a:p>
        </p:txBody>
      </p:sp>
      <p:sp>
        <p:nvSpPr>
          <p:cNvPr id="76" name=""/>
          <p:cNvSpPr/>
          <p:nvPr/>
        </p:nvSpPr>
        <p:spPr>
          <a:xfrm flipH="1">
            <a:off x="7740000" y="5040000"/>
            <a:ext cx="1080000" cy="12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77" name=""/>
          <p:cNvSpPr/>
          <p:nvPr/>
        </p:nvSpPr>
        <p:spPr>
          <a:xfrm flipH="1">
            <a:off x="10080000" y="5040000"/>
            <a:ext cx="180000" cy="5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
          <p:cNvSpPr/>
          <p:nvPr/>
        </p:nvSpPr>
        <p:spPr>
          <a:xfrm>
            <a:off x="838440" y="365040"/>
            <a:ext cx="10514520" cy="714240"/>
          </a:xfrm>
          <a:prstGeom prst="rect">
            <a:avLst/>
          </a:prstGeom>
          <a:noFill/>
          <a:ln w="0">
            <a:noFill/>
          </a:ln>
        </p:spPr>
        <p:style>
          <a:lnRef idx="0"/>
          <a:fillRef idx="0"/>
          <a:effectRef idx="0"/>
          <a:fontRef idx="minor"/>
        </p:style>
        <p:txBody>
          <a:bodyPr lIns="0" rIns="0" tIns="0" bIns="0" anchor="ctr">
            <a:spAutoFit/>
          </a:bodyPr>
          <a:p>
            <a:pPr>
              <a:lnSpc>
                <a:spcPct val="100000"/>
              </a:lnSpc>
            </a:pPr>
            <a:r>
              <a:rPr lang="en-GB" sz="2400" b="0" u="none" strike="noStrike">
                <a:solidFill>
                  <a:schemeClr val="dk1"/>
                </a:solidFill>
                <a:effectLst/>
                <a:uFillTx/>
                <a:latin typeface="Aptos"/>
              </a:rPr>
              <a:t>Feature 2: Adding a student to a class</a:t>
            </a:r>
            <a:endParaRPr lang="en-GB" sz="2400" b="0" u="none" strike="noStrike">
              <a:solidFill>
                <a:srgbClr val="000000"/>
              </a:solidFill>
              <a:effectLst/>
              <a:uFillTx/>
              <a:latin typeface="Arial"/>
            </a:endParaRPr>
          </a:p>
        </p:txBody>
      </p:sp>
      <p:sp>
        <p:nvSpPr>
          <p:cNvPr id="79" name=""/>
          <p:cNvSpPr/>
          <p:nvPr/>
        </p:nvSpPr>
        <p:spPr>
          <a:xfrm>
            <a:off x="180000" y="950040"/>
            <a:ext cx="11699280" cy="4892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400" b="1" u="none" strike="noStrike">
                <a:solidFill>
                  <a:srgbClr val="ff0000"/>
                </a:solidFill>
                <a:effectLst/>
                <a:uFillTx/>
                <a:latin typeface="Arial"/>
              </a:rPr>
              <a:t>Disclaimer</a:t>
            </a:r>
            <a:r>
              <a:rPr lang="en-GB" sz="1400" b="0" u="none" strike="noStrike">
                <a:solidFill>
                  <a:srgbClr val="000000"/>
                </a:solidFill>
                <a:effectLst/>
                <a:uFillTx/>
                <a:latin typeface="Arial"/>
              </a:rPr>
              <a:t>: I did not make the entire “Add student” form, I did some validations such as phone and gender, and “Select the classes to enrol the student in:” part</a:t>
            </a:r>
            <a:endParaRPr lang="en-GB" sz="1400" b="0" u="none" strike="noStrike">
              <a:solidFill>
                <a:srgbClr val="000000"/>
              </a:solidFill>
              <a:effectLst/>
              <a:uFillTx/>
              <a:latin typeface="Arial"/>
            </a:endParaRPr>
          </a:p>
        </p:txBody>
      </p:sp>
      <p:pic>
        <p:nvPicPr>
          <p:cNvPr id="80" name=""/>
          <p:cNvPicPr/>
          <p:nvPr/>
        </p:nvPicPr>
        <p:blipFill>
          <a:blip r:embed="rId1"/>
          <a:stretch/>
        </p:blipFill>
        <p:spPr>
          <a:xfrm>
            <a:off x="180000" y="1440000"/>
            <a:ext cx="4859280" cy="1260360"/>
          </a:xfrm>
          <a:prstGeom prst="rect">
            <a:avLst/>
          </a:prstGeom>
          <a:noFill/>
          <a:ln w="0">
            <a:noFill/>
          </a:ln>
        </p:spPr>
      </p:pic>
      <p:sp>
        <p:nvSpPr>
          <p:cNvPr id="81" name=""/>
          <p:cNvSpPr/>
          <p:nvPr/>
        </p:nvSpPr>
        <p:spPr>
          <a:xfrm>
            <a:off x="5220000" y="1405800"/>
            <a:ext cx="6839280" cy="601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This is the part of “Adding a new student” that requires the user to add a student to a class.</a:t>
            </a:r>
            <a:endParaRPr lang="en-GB" sz="1800" b="0" u="none" strike="noStrike">
              <a:solidFill>
                <a:srgbClr val="000000"/>
              </a:solidFill>
              <a:effectLst/>
              <a:uFillTx/>
              <a:latin typeface="Arial"/>
            </a:endParaRPr>
          </a:p>
        </p:txBody>
      </p:sp>
      <p:sp>
        <p:nvSpPr>
          <p:cNvPr id="82" name=""/>
          <p:cNvSpPr/>
          <p:nvPr/>
        </p:nvSpPr>
        <p:spPr>
          <a:xfrm flipH="1">
            <a:off x="3600000" y="1620000"/>
            <a:ext cx="1620000" cy="3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pic>
        <p:nvPicPr>
          <p:cNvPr id="83" name=""/>
          <p:cNvPicPr/>
          <p:nvPr/>
        </p:nvPicPr>
        <p:blipFill>
          <a:blip r:embed="rId2"/>
          <a:stretch/>
        </p:blipFill>
        <p:spPr>
          <a:xfrm>
            <a:off x="180000" y="2819520"/>
            <a:ext cx="5048280" cy="1319760"/>
          </a:xfrm>
          <a:prstGeom prst="rect">
            <a:avLst/>
          </a:prstGeom>
          <a:noFill/>
          <a:ln w="0">
            <a:noFill/>
          </a:ln>
        </p:spPr>
      </p:pic>
      <p:pic>
        <p:nvPicPr>
          <p:cNvPr id="84" name=""/>
          <p:cNvPicPr/>
          <p:nvPr/>
        </p:nvPicPr>
        <p:blipFill>
          <a:blip r:embed="rId3"/>
          <a:stretch/>
        </p:blipFill>
        <p:spPr>
          <a:xfrm>
            <a:off x="5040000" y="2892240"/>
            <a:ext cx="3938760" cy="1067040"/>
          </a:xfrm>
          <a:prstGeom prst="rect">
            <a:avLst/>
          </a:prstGeom>
          <a:noFill/>
          <a:ln w="0">
            <a:noFill/>
          </a:ln>
        </p:spPr>
      </p:pic>
      <p:pic>
        <p:nvPicPr>
          <p:cNvPr id="85" name=""/>
          <p:cNvPicPr/>
          <p:nvPr/>
        </p:nvPicPr>
        <p:blipFill>
          <a:blip r:embed="rId4"/>
          <a:stretch/>
        </p:blipFill>
        <p:spPr>
          <a:xfrm>
            <a:off x="180000" y="4500000"/>
            <a:ext cx="5950440" cy="1619280"/>
          </a:xfrm>
          <a:prstGeom prst="rect">
            <a:avLst/>
          </a:prstGeom>
          <a:noFill/>
          <a:ln w="0">
            <a:noFill/>
          </a:ln>
        </p:spPr>
      </p:pic>
      <p:pic>
        <p:nvPicPr>
          <p:cNvPr id="86" name=""/>
          <p:cNvPicPr/>
          <p:nvPr/>
        </p:nvPicPr>
        <p:blipFill>
          <a:blip r:embed="rId5"/>
          <a:stretch/>
        </p:blipFill>
        <p:spPr>
          <a:xfrm>
            <a:off x="6300000" y="4860000"/>
            <a:ext cx="3944160" cy="1006560"/>
          </a:xfrm>
          <a:prstGeom prst="rect">
            <a:avLst/>
          </a:prstGeom>
          <a:noFill/>
          <a:ln w="0">
            <a:noFill/>
          </a:ln>
        </p:spPr>
      </p:pic>
      <p:sp>
        <p:nvSpPr>
          <p:cNvPr id="87" name=""/>
          <p:cNvSpPr/>
          <p:nvPr/>
        </p:nvSpPr>
        <p:spPr>
          <a:xfrm>
            <a:off x="5229000" y="2160000"/>
            <a:ext cx="6839280" cy="857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So when a person is filling out the student details and enters the students date of birth, the choice of classes will filter based on a calculation of which year would that student be in.</a:t>
            </a:r>
            <a:endParaRPr lang="en-GB" sz="1800" b="0" u="none" strike="noStrike">
              <a:solidFill>
                <a:srgbClr val="000000"/>
              </a:solidFill>
              <a:effectLst/>
              <a:uFillTx/>
              <a:latin typeface="Arial"/>
            </a:endParaRPr>
          </a:p>
        </p:txBody>
      </p:sp>
      <p:sp>
        <p:nvSpPr>
          <p:cNvPr id="88" name=""/>
          <p:cNvSpPr/>
          <p:nvPr/>
        </p:nvSpPr>
        <p:spPr>
          <a:xfrm>
            <a:off x="9000000" y="3081960"/>
            <a:ext cx="3059280" cy="17773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For example here, a person born in 2013, can only be enrolled into classes for 1</a:t>
            </a:r>
            <a:r>
              <a:rPr lang="en-GB" sz="1800" b="0" u="none" strike="noStrike" baseline="33000">
                <a:solidFill>
                  <a:srgbClr val="000000"/>
                </a:solidFill>
                <a:effectLst/>
                <a:uFillTx/>
                <a:latin typeface="Arial"/>
              </a:rPr>
              <a:t>st</a:t>
            </a:r>
            <a:r>
              <a:rPr lang="en-GB" sz="1800" b="0" u="none" strike="noStrike">
                <a:solidFill>
                  <a:srgbClr val="000000"/>
                </a:solidFill>
                <a:effectLst/>
                <a:uFillTx/>
                <a:latin typeface="Arial"/>
              </a:rPr>
              <a:t> year (Year 8) whereas the person born in ‘09 would be in lower sixth doing a-levels </a:t>
            </a:r>
            <a:endParaRPr lang="en-GB" sz="1800" b="0" u="none" strike="noStrike">
              <a:solidFill>
                <a:srgbClr val="000000"/>
              </a:solidFill>
              <a:effectLst/>
              <a:uFillTx/>
              <a:latin typeface="Arial"/>
            </a:endParaRPr>
          </a:p>
        </p:txBody>
      </p:sp>
      <p:sp>
        <p:nvSpPr>
          <p:cNvPr id="89" name=""/>
          <p:cNvSpPr/>
          <p:nvPr/>
        </p:nvSpPr>
        <p:spPr>
          <a:xfrm flipH="1" flipV="1">
            <a:off x="7920000" y="3600000"/>
            <a:ext cx="1080000" cy="5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90" name=""/>
          <p:cNvSpPr/>
          <p:nvPr/>
        </p:nvSpPr>
        <p:spPr>
          <a:xfrm flipH="1">
            <a:off x="8820000" y="4320000"/>
            <a:ext cx="180000" cy="108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91" name=""/>
          <p:cNvSpPr/>
          <p:nvPr/>
        </p:nvSpPr>
        <p:spPr>
          <a:xfrm flipH="1" flipV="1">
            <a:off x="4500000" y="3420000"/>
            <a:ext cx="1080000" cy="18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92" name=""/>
          <p:cNvSpPr/>
          <p:nvPr/>
        </p:nvSpPr>
        <p:spPr>
          <a:xfrm flipH="1">
            <a:off x="5940000" y="5400000"/>
            <a:ext cx="900000" cy="36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p:nvPr/>
        </p:nvSpPr>
        <p:spPr>
          <a:xfrm>
            <a:off x="838800" y="365040"/>
            <a:ext cx="10514520" cy="714240"/>
          </a:xfrm>
          <a:prstGeom prst="rect">
            <a:avLst/>
          </a:prstGeom>
          <a:noFill/>
          <a:ln w="0">
            <a:noFill/>
          </a:ln>
        </p:spPr>
        <p:style>
          <a:lnRef idx="0"/>
          <a:fillRef idx="0"/>
          <a:effectRef idx="0"/>
          <a:fontRef idx="minor"/>
        </p:style>
        <p:txBody>
          <a:bodyPr lIns="0" rIns="0" tIns="0" bIns="0" anchor="ctr">
            <a:spAutoFit/>
          </a:bodyPr>
          <a:p>
            <a:pPr>
              <a:lnSpc>
                <a:spcPct val="100000"/>
              </a:lnSpc>
            </a:pPr>
            <a:r>
              <a:rPr lang="en-GB" sz="2400" b="0" u="none" strike="noStrike">
                <a:solidFill>
                  <a:schemeClr val="dk1"/>
                </a:solidFill>
                <a:effectLst/>
                <a:uFillTx/>
                <a:latin typeface="Aptos"/>
              </a:rPr>
              <a:t>Feature 3: Deleting a test result from a student</a:t>
            </a:r>
            <a:endParaRPr lang="en-GB" sz="2400" b="0" u="none" strike="noStrike">
              <a:solidFill>
                <a:srgbClr val="000000"/>
              </a:solidFill>
              <a:effectLst/>
              <a:uFillTx/>
              <a:latin typeface="Arial"/>
            </a:endParaRPr>
          </a:p>
        </p:txBody>
      </p:sp>
      <p:pic>
        <p:nvPicPr>
          <p:cNvPr id="94" name=""/>
          <p:cNvPicPr/>
          <p:nvPr/>
        </p:nvPicPr>
        <p:blipFill>
          <a:blip r:embed="rId1"/>
          <a:stretch/>
        </p:blipFill>
        <p:spPr>
          <a:xfrm>
            <a:off x="294840" y="1080000"/>
            <a:ext cx="2404440" cy="1828080"/>
          </a:xfrm>
          <a:prstGeom prst="rect">
            <a:avLst/>
          </a:prstGeom>
          <a:noFill/>
          <a:ln w="0">
            <a:noFill/>
          </a:ln>
        </p:spPr>
      </p:pic>
      <p:sp>
        <p:nvSpPr>
          <p:cNvPr id="95" name=""/>
          <p:cNvSpPr/>
          <p:nvPr/>
        </p:nvSpPr>
        <p:spPr>
          <a:xfrm>
            <a:off x="2880000" y="1149840"/>
            <a:ext cx="1439280" cy="13694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This is the main layout for the “delete a test result” </a:t>
            </a:r>
            <a:endParaRPr lang="en-GB" sz="1800" b="0" u="none" strike="noStrike">
              <a:solidFill>
                <a:srgbClr val="000000"/>
              </a:solidFill>
              <a:effectLst/>
              <a:uFillTx/>
              <a:latin typeface="Arial"/>
            </a:endParaRPr>
          </a:p>
        </p:txBody>
      </p:sp>
      <p:sp>
        <p:nvSpPr>
          <p:cNvPr id="96" name=""/>
          <p:cNvSpPr/>
          <p:nvPr/>
        </p:nvSpPr>
        <p:spPr>
          <a:xfrm flipH="1">
            <a:off x="2160000" y="1800000"/>
            <a:ext cx="720000" cy="36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pic>
        <p:nvPicPr>
          <p:cNvPr id="97" name=""/>
          <p:cNvPicPr/>
          <p:nvPr/>
        </p:nvPicPr>
        <p:blipFill>
          <a:blip r:embed="rId2"/>
          <a:stretch/>
        </p:blipFill>
        <p:spPr>
          <a:xfrm>
            <a:off x="180000" y="4463640"/>
            <a:ext cx="6422040" cy="2375640"/>
          </a:xfrm>
          <a:prstGeom prst="rect">
            <a:avLst/>
          </a:prstGeom>
          <a:noFill/>
          <a:ln w="0">
            <a:noFill/>
          </a:ln>
        </p:spPr>
      </p:pic>
      <p:sp>
        <p:nvSpPr>
          <p:cNvPr id="98" name=""/>
          <p:cNvSpPr/>
          <p:nvPr/>
        </p:nvSpPr>
        <p:spPr>
          <a:xfrm>
            <a:off x="180000" y="3240000"/>
            <a:ext cx="3059280" cy="1113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Before even selecting a student, trying a submit, an error comes asking to select a student</a:t>
            </a:r>
            <a:endParaRPr lang="en-GB" sz="1800" b="0" u="none" strike="noStrike">
              <a:solidFill>
                <a:srgbClr val="000000"/>
              </a:solidFill>
              <a:effectLst/>
              <a:uFillTx/>
              <a:latin typeface="Arial"/>
            </a:endParaRPr>
          </a:p>
        </p:txBody>
      </p:sp>
      <p:sp>
        <p:nvSpPr>
          <p:cNvPr id="99" name=""/>
          <p:cNvSpPr/>
          <p:nvPr/>
        </p:nvSpPr>
        <p:spPr>
          <a:xfrm>
            <a:off x="1440000" y="4140000"/>
            <a:ext cx="900000" cy="23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pic>
        <p:nvPicPr>
          <p:cNvPr id="100" name=""/>
          <p:cNvPicPr/>
          <p:nvPr/>
        </p:nvPicPr>
        <p:blipFill>
          <a:blip r:embed="rId3"/>
          <a:stretch/>
        </p:blipFill>
        <p:spPr>
          <a:xfrm>
            <a:off x="6120000" y="1080000"/>
            <a:ext cx="5939280" cy="1799280"/>
          </a:xfrm>
          <a:prstGeom prst="rect">
            <a:avLst/>
          </a:prstGeom>
          <a:noFill/>
          <a:ln w="0">
            <a:noFill/>
          </a:ln>
        </p:spPr>
      </p:pic>
      <p:sp>
        <p:nvSpPr>
          <p:cNvPr id="101" name=""/>
          <p:cNvSpPr/>
          <p:nvPr/>
        </p:nvSpPr>
        <p:spPr>
          <a:xfrm>
            <a:off x="4320000" y="1260000"/>
            <a:ext cx="1799280" cy="1881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After selecting a student from the list of every student, even trying to submit will cause an error.</a:t>
            </a:r>
            <a:endParaRPr lang="en-GB" sz="1800" b="0" u="none" strike="noStrike">
              <a:solidFill>
                <a:srgbClr val="000000"/>
              </a:solidFill>
              <a:effectLst/>
              <a:uFillTx/>
              <a:latin typeface="Arial"/>
            </a:endParaRPr>
          </a:p>
        </p:txBody>
      </p:sp>
      <p:pic>
        <p:nvPicPr>
          <p:cNvPr id="102" name=""/>
          <p:cNvPicPr/>
          <p:nvPr/>
        </p:nvPicPr>
        <p:blipFill>
          <a:blip r:embed="rId4"/>
          <a:stretch/>
        </p:blipFill>
        <p:spPr>
          <a:xfrm>
            <a:off x="5391000" y="4463640"/>
            <a:ext cx="6668280" cy="2035800"/>
          </a:xfrm>
          <a:prstGeom prst="rect">
            <a:avLst/>
          </a:prstGeom>
          <a:noFill/>
          <a:ln w="0">
            <a:noFill/>
          </a:ln>
        </p:spPr>
      </p:pic>
      <p:sp>
        <p:nvSpPr>
          <p:cNvPr id="103" name=""/>
          <p:cNvSpPr/>
          <p:nvPr/>
        </p:nvSpPr>
        <p:spPr>
          <a:xfrm>
            <a:off x="5040000" y="2880000"/>
            <a:ext cx="7151400" cy="801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Also after selecting a student, any test that a student HAS COMPLETED WILL ONLY APPEAR.</a:t>
            </a:r>
            <a:endParaRPr lang="en-GB" sz="1800" b="0" u="none" strike="noStrike">
              <a:solidFill>
                <a:srgbClr val="000000"/>
              </a:solidFill>
              <a:effectLst/>
              <a:uFillTx/>
              <a:latin typeface="Arial"/>
            </a:endParaRPr>
          </a:p>
        </p:txBody>
      </p:sp>
      <p:sp>
        <p:nvSpPr>
          <p:cNvPr id="104" name=""/>
          <p:cNvSpPr/>
          <p:nvPr/>
        </p:nvSpPr>
        <p:spPr>
          <a:xfrm>
            <a:off x="5400000" y="3600000"/>
            <a:ext cx="6659280" cy="1113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After selecting a student and a test, clicking submit will submit and delete that test record from that student, also allowing the same test to be re-added to the student through “add test result” form.</a:t>
            </a:r>
            <a:endParaRPr lang="en-GB" sz="1800" b="0" u="none" strike="noStrike">
              <a:solidFill>
                <a:srgbClr val="000000"/>
              </a:solidFill>
              <a:effectLst/>
              <a:uFillTx/>
              <a:latin typeface="Arial"/>
            </a:endParaRPr>
          </a:p>
        </p:txBody>
      </p:sp>
      <p:sp>
        <p:nvSpPr>
          <p:cNvPr id="105" name=""/>
          <p:cNvSpPr/>
          <p:nvPr/>
        </p:nvSpPr>
        <p:spPr>
          <a:xfrm>
            <a:off x="5940000" y="2160000"/>
            <a:ext cx="1800000" cy="5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06" name=""/>
          <p:cNvSpPr/>
          <p:nvPr/>
        </p:nvSpPr>
        <p:spPr>
          <a:xfrm flipV="1">
            <a:off x="8280000" y="1800000"/>
            <a:ext cx="360000" cy="108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07" name=""/>
          <p:cNvSpPr/>
          <p:nvPr/>
        </p:nvSpPr>
        <p:spPr>
          <a:xfrm>
            <a:off x="7200000" y="4500000"/>
            <a:ext cx="180000" cy="180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
          <p:cNvSpPr/>
          <p:nvPr/>
        </p:nvSpPr>
        <p:spPr>
          <a:xfrm>
            <a:off x="839160" y="365040"/>
            <a:ext cx="10514520" cy="714240"/>
          </a:xfrm>
          <a:prstGeom prst="rect">
            <a:avLst/>
          </a:prstGeom>
          <a:noFill/>
          <a:ln w="0">
            <a:noFill/>
          </a:ln>
        </p:spPr>
        <p:style>
          <a:lnRef idx="0"/>
          <a:fillRef idx="0"/>
          <a:effectRef idx="0"/>
          <a:fontRef idx="minor"/>
        </p:style>
        <p:txBody>
          <a:bodyPr lIns="0" rIns="0" tIns="0" bIns="0" anchor="ctr">
            <a:spAutoFit/>
          </a:bodyPr>
          <a:p>
            <a:pPr>
              <a:lnSpc>
                <a:spcPct val="100000"/>
              </a:lnSpc>
            </a:pPr>
            <a:r>
              <a:rPr lang="en-GB" sz="2400" b="0" u="none" strike="noStrike">
                <a:solidFill>
                  <a:schemeClr val="dk1"/>
                </a:solidFill>
                <a:effectLst/>
                <a:uFillTx/>
                <a:latin typeface="Aptos"/>
              </a:rPr>
              <a:t>Feature 4: Adding a test result to a student</a:t>
            </a:r>
            <a:endParaRPr lang="en-GB" sz="2400" b="0" u="none" strike="noStrike">
              <a:solidFill>
                <a:srgbClr val="000000"/>
              </a:solidFill>
              <a:effectLst/>
              <a:uFillTx/>
              <a:latin typeface="Arial"/>
            </a:endParaRPr>
          </a:p>
        </p:txBody>
      </p:sp>
      <p:pic>
        <p:nvPicPr>
          <p:cNvPr id="109" name=""/>
          <p:cNvPicPr/>
          <p:nvPr/>
        </p:nvPicPr>
        <p:blipFill>
          <a:blip r:embed="rId1"/>
          <a:stretch/>
        </p:blipFill>
        <p:spPr>
          <a:xfrm>
            <a:off x="732960" y="1080000"/>
            <a:ext cx="2686320" cy="2710800"/>
          </a:xfrm>
          <a:prstGeom prst="rect">
            <a:avLst/>
          </a:prstGeom>
          <a:noFill/>
          <a:ln w="0">
            <a:noFill/>
          </a:ln>
        </p:spPr>
      </p:pic>
      <p:pic>
        <p:nvPicPr>
          <p:cNvPr id="110" name=""/>
          <p:cNvPicPr/>
          <p:nvPr/>
        </p:nvPicPr>
        <p:blipFill>
          <a:blip r:embed="rId2"/>
          <a:stretch/>
        </p:blipFill>
        <p:spPr>
          <a:xfrm>
            <a:off x="5040000" y="2645640"/>
            <a:ext cx="6839280" cy="4013640"/>
          </a:xfrm>
          <a:prstGeom prst="rect">
            <a:avLst/>
          </a:prstGeom>
          <a:noFill/>
          <a:ln w="0">
            <a:noFill/>
          </a:ln>
        </p:spPr>
      </p:pic>
      <p:pic>
        <p:nvPicPr>
          <p:cNvPr id="111" name=""/>
          <p:cNvPicPr/>
          <p:nvPr/>
        </p:nvPicPr>
        <p:blipFill>
          <a:blip r:embed="rId3"/>
          <a:stretch/>
        </p:blipFill>
        <p:spPr>
          <a:xfrm>
            <a:off x="3600000" y="1260000"/>
            <a:ext cx="4859280" cy="2999160"/>
          </a:xfrm>
          <a:prstGeom prst="rect">
            <a:avLst/>
          </a:prstGeom>
          <a:noFill/>
          <a:ln w="0">
            <a:noFill/>
          </a:ln>
        </p:spPr>
      </p:pic>
      <p:sp>
        <p:nvSpPr>
          <p:cNvPr id="112" name=""/>
          <p:cNvSpPr/>
          <p:nvPr/>
        </p:nvSpPr>
        <p:spPr>
          <a:xfrm>
            <a:off x="360000" y="3960000"/>
            <a:ext cx="1439280" cy="2393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This is the main page, starting with the select student, then test and enter its result for a valid query</a:t>
            </a:r>
            <a:endParaRPr lang="en-GB" sz="1800" b="0" u="none" strike="noStrike">
              <a:solidFill>
                <a:srgbClr val="000000"/>
              </a:solidFill>
              <a:effectLst/>
              <a:uFillTx/>
              <a:latin typeface="Arial"/>
            </a:endParaRPr>
          </a:p>
        </p:txBody>
      </p:sp>
      <p:sp>
        <p:nvSpPr>
          <p:cNvPr id="113" name=""/>
          <p:cNvSpPr/>
          <p:nvPr/>
        </p:nvSpPr>
        <p:spPr>
          <a:xfrm flipV="1">
            <a:off x="900000" y="2520000"/>
            <a:ext cx="540000" cy="14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14" name=""/>
          <p:cNvSpPr/>
          <p:nvPr/>
        </p:nvSpPr>
        <p:spPr>
          <a:xfrm>
            <a:off x="1980000" y="4259880"/>
            <a:ext cx="2519280" cy="2393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When a user has selected a student, they can only select tests that the user HASN’T DONE but the selected student is enrolled into that class  with a “unfinished test”. </a:t>
            </a:r>
            <a:endParaRPr lang="en-GB" sz="1800" b="0" u="none" strike="noStrike">
              <a:solidFill>
                <a:srgbClr val="000000"/>
              </a:solidFill>
              <a:effectLst/>
              <a:uFillTx/>
              <a:latin typeface="Arial"/>
            </a:endParaRPr>
          </a:p>
        </p:txBody>
      </p:sp>
      <p:sp>
        <p:nvSpPr>
          <p:cNvPr id="115" name=""/>
          <p:cNvSpPr/>
          <p:nvPr/>
        </p:nvSpPr>
        <p:spPr>
          <a:xfrm flipV="1">
            <a:off x="3240000" y="2520000"/>
            <a:ext cx="1260000" cy="173988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16" name=""/>
          <p:cNvSpPr/>
          <p:nvPr/>
        </p:nvSpPr>
        <p:spPr>
          <a:xfrm flipV="1">
            <a:off x="4140000" y="3600000"/>
            <a:ext cx="360000" cy="162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17" name=""/>
          <p:cNvSpPr/>
          <p:nvPr/>
        </p:nvSpPr>
        <p:spPr>
          <a:xfrm>
            <a:off x="8640000" y="1225800"/>
            <a:ext cx="3059280" cy="1113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When a user has selected a test, a total mark and pass mark will appear at the bottom</a:t>
            </a:r>
            <a:endParaRPr lang="en-GB" sz="1800" b="0" u="none" strike="noStrike">
              <a:solidFill>
                <a:srgbClr val="000000"/>
              </a:solidFill>
              <a:effectLst/>
              <a:uFillTx/>
              <a:latin typeface="Arial"/>
            </a:endParaRPr>
          </a:p>
        </p:txBody>
      </p:sp>
      <p:sp>
        <p:nvSpPr>
          <p:cNvPr id="118" name=""/>
          <p:cNvSpPr/>
          <p:nvPr/>
        </p:nvSpPr>
        <p:spPr>
          <a:xfrm flipH="1">
            <a:off x="7560000" y="1980000"/>
            <a:ext cx="1080000" cy="198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19" name=""/>
          <p:cNvSpPr/>
          <p:nvPr/>
        </p:nvSpPr>
        <p:spPr>
          <a:xfrm flipH="1">
            <a:off x="6840000" y="1800000"/>
            <a:ext cx="1800000" cy="21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20" name=""/>
          <p:cNvSpPr/>
          <p:nvPr/>
        </p:nvSpPr>
        <p:spPr>
          <a:xfrm>
            <a:off x="5210280" y="4569480"/>
            <a:ext cx="3059280" cy="162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If a user tries to enter a number that is above that tests “total marks” value (in the example it is 80), the user will be unable to enter a test result as shown.</a:t>
            </a:r>
            <a:endParaRPr lang="en-GB" sz="1800" b="0" u="none" strike="noStrike">
              <a:solidFill>
                <a:srgbClr val="000000"/>
              </a:solidFill>
              <a:effectLst/>
              <a:uFillTx/>
              <a:latin typeface="Arial"/>
            </a:endParaRPr>
          </a:p>
        </p:txBody>
      </p:sp>
      <p:sp>
        <p:nvSpPr>
          <p:cNvPr id="121" name=""/>
          <p:cNvSpPr/>
          <p:nvPr/>
        </p:nvSpPr>
        <p:spPr>
          <a:xfrm>
            <a:off x="7740000" y="5940000"/>
            <a:ext cx="360" cy="3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22" name=""/>
          <p:cNvSpPr/>
          <p:nvPr/>
        </p:nvSpPr>
        <p:spPr>
          <a:xfrm>
            <a:off x="7920000" y="5040000"/>
            <a:ext cx="1620000" cy="3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
          <p:cNvSpPr/>
          <p:nvPr/>
        </p:nvSpPr>
        <p:spPr>
          <a:xfrm>
            <a:off x="839520" y="538920"/>
            <a:ext cx="10514520" cy="366120"/>
          </a:xfrm>
          <a:prstGeom prst="rect">
            <a:avLst/>
          </a:prstGeom>
          <a:noFill/>
          <a:ln w="0">
            <a:noFill/>
          </a:ln>
        </p:spPr>
        <p:style>
          <a:lnRef idx="0"/>
          <a:fillRef idx="0"/>
          <a:effectRef idx="0"/>
          <a:fontRef idx="minor"/>
        </p:style>
        <p:txBody>
          <a:bodyPr lIns="0" rIns="0" tIns="0" bIns="0" anchor="ctr">
            <a:spAutoFit/>
          </a:bodyPr>
          <a:p>
            <a:pPr>
              <a:lnSpc>
                <a:spcPct val="100000"/>
              </a:lnSpc>
            </a:pPr>
            <a:r>
              <a:rPr lang="en-GB" sz="2400" b="0" u="none" strike="noStrike">
                <a:solidFill>
                  <a:schemeClr val="dk1"/>
                </a:solidFill>
                <a:effectLst/>
                <a:uFillTx/>
                <a:latin typeface="Aptos"/>
              </a:rPr>
              <a:t>Report: Parametrised Report (Disability filter)</a:t>
            </a:r>
            <a:endParaRPr lang="en-GB" sz="2400" b="0" u="none" strike="noStrike">
              <a:solidFill>
                <a:srgbClr val="000000"/>
              </a:solidFill>
              <a:effectLst/>
              <a:uFillTx/>
              <a:latin typeface="Arial"/>
            </a:endParaRPr>
          </a:p>
        </p:txBody>
      </p:sp>
      <p:pic>
        <p:nvPicPr>
          <p:cNvPr id="124" name=""/>
          <p:cNvPicPr/>
          <p:nvPr/>
        </p:nvPicPr>
        <p:blipFill>
          <a:blip r:embed="rId1"/>
          <a:stretch/>
        </p:blipFill>
        <p:spPr>
          <a:xfrm>
            <a:off x="2456640" y="1080000"/>
            <a:ext cx="4203000" cy="2339640"/>
          </a:xfrm>
          <a:prstGeom prst="rect">
            <a:avLst/>
          </a:prstGeom>
          <a:noFill/>
          <a:ln w="0">
            <a:noFill/>
          </a:ln>
        </p:spPr>
      </p:pic>
      <p:pic>
        <p:nvPicPr>
          <p:cNvPr id="125" name=""/>
          <p:cNvPicPr/>
          <p:nvPr/>
        </p:nvPicPr>
        <p:blipFill>
          <a:blip r:embed="rId2"/>
          <a:stretch/>
        </p:blipFill>
        <p:spPr>
          <a:xfrm>
            <a:off x="180000" y="3240000"/>
            <a:ext cx="7379640" cy="3399840"/>
          </a:xfrm>
          <a:prstGeom prst="rect">
            <a:avLst/>
          </a:prstGeom>
          <a:noFill/>
          <a:ln w="0">
            <a:noFill/>
          </a:ln>
        </p:spPr>
      </p:pic>
      <p:sp>
        <p:nvSpPr>
          <p:cNvPr id="126" name=""/>
          <p:cNvSpPr/>
          <p:nvPr/>
        </p:nvSpPr>
        <p:spPr>
          <a:xfrm>
            <a:off x="360000" y="1149840"/>
            <a:ext cx="1979640" cy="2393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When selecting one of my reports, these input fields appear, this is for filtering students based on if they are disabled or not.</a:t>
            </a:r>
            <a:endParaRPr lang="en-GB" sz="1800" b="0" u="none" strike="noStrike">
              <a:solidFill>
                <a:srgbClr val="000000"/>
              </a:solidFill>
              <a:effectLst/>
              <a:uFillTx/>
              <a:latin typeface="Arial"/>
            </a:endParaRPr>
          </a:p>
        </p:txBody>
      </p:sp>
      <p:pic>
        <p:nvPicPr>
          <p:cNvPr id="127" name=""/>
          <p:cNvPicPr/>
          <p:nvPr/>
        </p:nvPicPr>
        <p:blipFill>
          <a:blip r:embed="rId3"/>
          <a:stretch/>
        </p:blipFill>
        <p:spPr>
          <a:xfrm>
            <a:off x="7790760" y="4788720"/>
            <a:ext cx="4268880" cy="1870920"/>
          </a:xfrm>
          <a:prstGeom prst="rect">
            <a:avLst/>
          </a:prstGeom>
          <a:noFill/>
          <a:ln w="0">
            <a:noFill/>
          </a:ln>
        </p:spPr>
      </p:pic>
      <p:sp>
        <p:nvSpPr>
          <p:cNvPr id="128" name=""/>
          <p:cNvSpPr/>
          <p:nvPr/>
        </p:nvSpPr>
        <p:spPr>
          <a:xfrm>
            <a:off x="1980000" y="1800000"/>
            <a:ext cx="3600000" cy="108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29" name=""/>
          <p:cNvSpPr/>
          <p:nvPr/>
        </p:nvSpPr>
        <p:spPr>
          <a:xfrm>
            <a:off x="2160000" y="3060000"/>
            <a:ext cx="720000" cy="36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30" name=""/>
          <p:cNvSpPr/>
          <p:nvPr/>
        </p:nvSpPr>
        <p:spPr>
          <a:xfrm>
            <a:off x="7020000" y="1080000"/>
            <a:ext cx="2339640" cy="3417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You can filter by “assistance” or “non assistance”, this just filters the “Select student” to only show either students with assistance or without, if you decide not to use the select assistance filter, all students will be in the “Select student” input </a:t>
            </a:r>
            <a:endParaRPr lang="en-GB" sz="1800" b="0" u="none" strike="noStrike">
              <a:solidFill>
                <a:srgbClr val="000000"/>
              </a:solidFill>
              <a:effectLst/>
              <a:uFillTx/>
              <a:latin typeface="Arial"/>
            </a:endParaRPr>
          </a:p>
        </p:txBody>
      </p:sp>
      <p:sp>
        <p:nvSpPr>
          <p:cNvPr id="131" name=""/>
          <p:cNvSpPr/>
          <p:nvPr/>
        </p:nvSpPr>
        <p:spPr>
          <a:xfrm flipH="1">
            <a:off x="5580000" y="2520000"/>
            <a:ext cx="1440000" cy="14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32" name=""/>
          <p:cNvSpPr/>
          <p:nvPr/>
        </p:nvSpPr>
        <p:spPr>
          <a:xfrm flipH="1">
            <a:off x="3240000" y="2520000"/>
            <a:ext cx="3780000" cy="144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33" name=""/>
          <p:cNvSpPr/>
          <p:nvPr/>
        </p:nvSpPr>
        <p:spPr>
          <a:xfrm>
            <a:off x="7790760" y="4209840"/>
            <a:ext cx="4088880" cy="649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0" u="none" strike="noStrike">
                <a:solidFill>
                  <a:srgbClr val="000000"/>
                </a:solidFill>
                <a:effectLst/>
                <a:uFillTx/>
                <a:latin typeface="Arial"/>
              </a:rPr>
              <a:t>These are the two queries that get students based on the filter selected</a:t>
            </a:r>
            <a:endParaRPr lang="en-GB" sz="1800" b="0" u="none" strike="noStrike">
              <a:solidFill>
                <a:srgbClr val="000000"/>
              </a:solidFill>
              <a:effectLst/>
              <a:uFillTx/>
              <a:latin typeface="Arial"/>
            </a:endParaRPr>
          </a:p>
        </p:txBody>
      </p:sp>
      <p:sp>
        <p:nvSpPr>
          <p:cNvPr id="134" name=""/>
          <p:cNvSpPr/>
          <p:nvPr/>
        </p:nvSpPr>
        <p:spPr>
          <a:xfrm flipH="1">
            <a:off x="9720000" y="4680000"/>
            <a:ext cx="180000" cy="3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35" name=""/>
          <p:cNvSpPr/>
          <p:nvPr/>
        </p:nvSpPr>
        <p:spPr>
          <a:xfrm flipH="1">
            <a:off x="10260000" y="4680000"/>
            <a:ext cx="360000" cy="12600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GB" sz="1800" b="0" u="none" strike="noStrike">
              <a:solidFill>
                <a:srgbClr val="000000"/>
              </a:solidFill>
              <a:effectLst/>
              <a:uFillTx/>
              <a:latin typeface="Arial"/>
            </a:endParaRPr>
          </a:p>
        </p:txBody>
      </p:sp>
      <p:sp>
        <p:nvSpPr>
          <p:cNvPr id="136" name=""/>
          <p:cNvSpPr/>
          <p:nvPr/>
        </p:nvSpPr>
        <p:spPr>
          <a:xfrm>
            <a:off x="9540000" y="1800000"/>
            <a:ext cx="2519640" cy="1149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GB" sz="1800" b="1" u="none" strike="noStrike">
                <a:solidFill>
                  <a:srgbClr val="000000"/>
                </a:solidFill>
                <a:effectLst/>
                <a:uFillTx/>
                <a:latin typeface="Arial"/>
              </a:rPr>
              <a:t>After selecting a student, results for that student will appear bellow</a:t>
            </a:r>
            <a:endParaRPr lang="en-GB"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pitchFamily="0" charset="1"/>
        <a:ea typeface=""/>
        <a:cs typeface=""/>
      </a:majorFont>
      <a:minorFont>
        <a:latin typeface="Aptos" panose="020B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47</TotalTime>
  <Application>LibreOffice/25.8.6.2$Linux_X86_64 LibreOffice_project/580$Build-2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2026-04-23T00:29:13Z</dcterms:created>
  <dc:creator/>
  <dc:description/>
  <dc:language>en-GB</dc:language>
  <cp:lastModifiedBy/>
  <dcterms:modified xsi:type="dcterms:W3CDTF">2026-04-23T23:22:47Z</dcterms:modified>
  <cp:revision>83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vt:i4>
  </property>
</Properties>
</file>